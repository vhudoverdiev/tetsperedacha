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e12a864564a80" /><Relationship Type="http://schemas.openxmlformats.org/officeDocument/2006/relationships/extended-properties" Target="/docProps/app.xml" Id="R03b9019d5cf54efa" /><Relationship Type="http://schemas.openxmlformats.org/officeDocument/2006/relationships/officeDocument" Target="/ppt/presentation.xml" Id="R955588611963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4bff0125f4199"/>
  </p:sldMasterIdLst>
  <p:notesMasterIdLst>
    <p:notesMasterId xmlns:r="http://schemas.openxmlformats.org/officeDocument/2006/relationships" r:id="R11e7026deae14049"/>
  </p:notesMasterIdLst>
  <p:sldIdLst>
    <p:sldId xmlns:r="http://schemas.openxmlformats.org/officeDocument/2006/relationships" id="256" r:id="R81f5987d4a4b4351"/>
    <p:sldId xmlns:r="http://schemas.openxmlformats.org/officeDocument/2006/relationships" id="257" r:id="Rea4da968f4a148f9"/>
    <p:sldId xmlns:r="http://schemas.openxmlformats.org/officeDocument/2006/relationships" id="258" r:id="Rb0434e1ae2724a81"/>
    <p:sldId xmlns:r="http://schemas.openxmlformats.org/officeDocument/2006/relationships" id="259" r:id="Rf802e3ed73514405"/>
    <p:sldId xmlns:r="http://schemas.openxmlformats.org/officeDocument/2006/relationships" id="260" r:id="R3ba5c9e7bd22431b"/>
    <p:sldId xmlns:r="http://schemas.openxmlformats.org/officeDocument/2006/relationships" id="261" r:id="R2d994e56e774434a"/>
    <p:sldId xmlns:r="http://schemas.openxmlformats.org/officeDocument/2006/relationships" id="262" r:id="R6efb336d708e45f2"/>
    <p:sldId xmlns:r="http://schemas.openxmlformats.org/officeDocument/2006/relationships" id="263" r:id="R2d1beffc407c48c5"/>
    <p:sldId xmlns:r="http://schemas.openxmlformats.org/officeDocument/2006/relationships" id="264" r:id="R403840eae4944f3c"/>
    <p:sldId xmlns:r="http://schemas.openxmlformats.org/officeDocument/2006/relationships" id="265" r:id="R96705e52d0c047e9"/>
    <p:sldId xmlns:r="http://schemas.openxmlformats.org/officeDocument/2006/relationships" id="266" r:id="R6f83e6f11461445d"/>
    <p:sldId xmlns:r="http://schemas.openxmlformats.org/officeDocument/2006/relationships" id="267" r:id="Rcb52c5ea0ebb4763"/>
    <p:sldId xmlns:r="http://schemas.openxmlformats.org/officeDocument/2006/relationships" id="268" r:id="R27de19e2e9104da9"/>
    <p:sldId xmlns:r="http://schemas.openxmlformats.org/officeDocument/2006/relationships" id="269" r:id="R06ffd75093934472"/>
    <p:sldId xmlns:r="http://schemas.openxmlformats.org/officeDocument/2006/relationships" id="270" r:id="R0c0a543135da4551"/>
    <p:sldId xmlns:r="http://schemas.openxmlformats.org/officeDocument/2006/relationships" id="271" r:id="R4e2cbc19e0f440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b555fb03d495c" /><Relationship Type="http://schemas.openxmlformats.org/officeDocument/2006/relationships/slideMaster" Target="/ppt/slideMasters/slideMaster1.xml" Id="R0e74bff0125f4199" /><Relationship Type="http://schemas.openxmlformats.org/officeDocument/2006/relationships/notesMaster" Target="/ppt/notesMasters/notesMaster1.xml" Id="R11e7026deae14049" /><Relationship Type="http://schemas.openxmlformats.org/officeDocument/2006/relationships/presProps" Target="/ppt/presProps.xml" Id="Rf6c8d7d41c5847ea" /><Relationship Type="http://schemas.openxmlformats.org/officeDocument/2006/relationships/tableStyles" Target="/ppt/tableStyles.xml" Id="R582f2174bbd24b16" /><Relationship Type="http://schemas.openxmlformats.org/officeDocument/2006/relationships/slide" Target="/ppt/slides/slide1.xml" Id="R81f5987d4a4b4351" /><Relationship Type="http://schemas.openxmlformats.org/officeDocument/2006/relationships/slide" Target="/ppt/slides/slide2.xml" Id="Rea4da968f4a148f9" /><Relationship Type="http://schemas.openxmlformats.org/officeDocument/2006/relationships/slide" Target="/ppt/slides/slide3.xml" Id="Rb0434e1ae2724a81" /><Relationship Type="http://schemas.openxmlformats.org/officeDocument/2006/relationships/slide" Target="/ppt/slides/slide4.xml" Id="Rf802e3ed73514405" /><Relationship Type="http://schemas.openxmlformats.org/officeDocument/2006/relationships/slide" Target="/ppt/slides/slide5.xml" Id="R3ba5c9e7bd22431b" /><Relationship Type="http://schemas.openxmlformats.org/officeDocument/2006/relationships/slide" Target="/ppt/slides/slide6.xml" Id="R2d994e56e774434a" /><Relationship Type="http://schemas.openxmlformats.org/officeDocument/2006/relationships/slide" Target="/ppt/slides/slide7.xml" Id="R6efb336d708e45f2" /><Relationship Type="http://schemas.openxmlformats.org/officeDocument/2006/relationships/slide" Target="/ppt/slides/slide8.xml" Id="R2d1beffc407c48c5" /><Relationship Type="http://schemas.openxmlformats.org/officeDocument/2006/relationships/slide" Target="/ppt/slides/slide9.xml" Id="R403840eae4944f3c" /><Relationship Type="http://schemas.openxmlformats.org/officeDocument/2006/relationships/slide" Target="/ppt/slides/slide10.xml" Id="R96705e52d0c047e9" /><Relationship Type="http://schemas.openxmlformats.org/officeDocument/2006/relationships/slide" Target="/ppt/slides/slide11.xml" Id="R6f83e6f11461445d" /><Relationship Type="http://schemas.openxmlformats.org/officeDocument/2006/relationships/slide" Target="/ppt/slides/slide12.xml" Id="Rcb52c5ea0ebb4763" /><Relationship Type="http://schemas.openxmlformats.org/officeDocument/2006/relationships/slide" Target="/ppt/slides/slide13.xml" Id="R27de19e2e9104da9" /><Relationship Type="http://schemas.openxmlformats.org/officeDocument/2006/relationships/slide" Target="/ppt/slides/slide14.xml" Id="R06ffd75093934472" /><Relationship Type="http://schemas.openxmlformats.org/officeDocument/2006/relationships/slide" Target="/ppt/slides/slide15.xml" Id="R0c0a543135da4551" /><Relationship Type="http://schemas.openxmlformats.org/officeDocument/2006/relationships/slide" Target="/ppt/slides/slide16.xml" Id="R4e2cbc19e0f440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c80fda2994a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f71f18873e4e57" /><Relationship Type="http://schemas.openxmlformats.org/officeDocument/2006/relationships/notesMaster" Target="/ppt/notesMasters/notesMaster1.xml" Id="R12cb30a23d5a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5ef37e3c448cf" /><Relationship Type="http://schemas.openxmlformats.org/officeDocument/2006/relationships/notesMaster" Target="/ppt/notesMasters/notesMaster1.xml" Id="R27d352c7c07a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e17168797c4052" /><Relationship Type="http://schemas.openxmlformats.org/officeDocument/2006/relationships/notesMaster" Target="/ppt/notesMasters/notesMaster1.xml" Id="R27048485d66e41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46c142782a4d9b" /><Relationship Type="http://schemas.openxmlformats.org/officeDocument/2006/relationships/notesMaster" Target="/ppt/notesMasters/notesMaster1.xml" Id="Rc366282ef50442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cf8338943649b4" /><Relationship Type="http://schemas.openxmlformats.org/officeDocument/2006/relationships/notesMaster" Target="/ppt/notesMasters/notesMaster1.xml" Id="Rf12c14e828ca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673e7aff64eb1" /><Relationship Type="http://schemas.openxmlformats.org/officeDocument/2006/relationships/notesMaster" Target="/ppt/notesMasters/notesMaster1.xml" Id="Re5791f28db4f40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8352d79254245" /><Relationship Type="http://schemas.openxmlformats.org/officeDocument/2006/relationships/notesMaster" Target="/ppt/notesMasters/notesMaster1.xml" Id="R148e913bc61042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be5942eb34e45" /><Relationship Type="http://schemas.openxmlformats.org/officeDocument/2006/relationships/notesMaster" Target="/ppt/notesMasters/notesMaster1.xml" Id="R3273e0d739ba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1c276c709f4cd2" /><Relationship Type="http://schemas.openxmlformats.org/officeDocument/2006/relationships/notesMaster" Target="/ppt/notesMasters/notesMaster1.xml" Id="Rcc605bd2537242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400e219e7e4ce6" /><Relationship Type="http://schemas.openxmlformats.org/officeDocument/2006/relationships/notesMaster" Target="/ppt/notesMasters/notesMaster1.xml" Id="Rcb3dc47a0b7e47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b38cef0f72456d" /><Relationship Type="http://schemas.openxmlformats.org/officeDocument/2006/relationships/notesMaster" Target="/ppt/notesMasters/notesMaster1.xml" Id="R4a1104dad0e846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354da4ab3e47e1" /><Relationship Type="http://schemas.openxmlformats.org/officeDocument/2006/relationships/notesMaster" Target="/ppt/notesMasters/notesMaster1.xml" Id="Re46861be596144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60bd9f209343eb" /><Relationship Type="http://schemas.openxmlformats.org/officeDocument/2006/relationships/notesMaster" Target="/ppt/notesMasters/notesMaster1.xml" Id="R753bddc9fc0847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64bb9f33f8422c" /><Relationship Type="http://schemas.openxmlformats.org/officeDocument/2006/relationships/notesMaster" Target="/ppt/notesMasters/notesMaster1.xml" Id="R51f1ecc7553943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e916d823244413" /><Relationship Type="http://schemas.openxmlformats.org/officeDocument/2006/relationships/notesMaster" Target="/ppt/notesMasters/notesMaster1.xml" Id="R4d287d8ba2874b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10b03b396f4239" /><Relationship Type="http://schemas.openxmlformats.org/officeDocument/2006/relationships/notesMaster" Target="/ppt/notesMasters/notesMaster1.xml" Id="R01e62dd4a4b84f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Квартиры.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Отчет.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Почта и телефон.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Подключение 2FA.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выгрузка.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bec9247104f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ab513e3f443d4" /><Relationship Type="http://schemas.openxmlformats.org/officeDocument/2006/relationships/slideLayout" Target="/ppt/slideLayouts/slideLayout1.xml" Id="R24969ce43ace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69ce43ace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1ebd6251a4223" /><Relationship Type="http://schemas.openxmlformats.org/officeDocument/2006/relationships/image" Target="/ppt/media/image.png" Id="Rf8c63e0743de4fd7" /><Relationship Type="http://schemas.openxmlformats.org/officeDocument/2006/relationships/image" Target="/ppt/media/image2.png" Id="R61edc3a9d97f4601" /><Relationship Type="http://schemas.openxmlformats.org/officeDocument/2006/relationships/notesSlide" Target="/ppt/notesSlides/notesSlide1.xml" Id="R52453ec13f024c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fb1d0f9d64b45" /><Relationship Type="http://schemas.openxmlformats.org/officeDocument/2006/relationships/image" Target="/ppt/media/image3.png" Id="R5bbf40f08f494ee0" /><Relationship Type="http://schemas.openxmlformats.org/officeDocument/2006/relationships/notesSlide" Target="/ppt/notesSlides/notesSlide2.xml" Id="R34bace611a2b46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5c352efa74a1a" /><Relationship Type="http://schemas.openxmlformats.org/officeDocument/2006/relationships/image" Target="/ppt/media/image4.png" Id="R56ed1fa0d4384302" /><Relationship Type="http://schemas.openxmlformats.org/officeDocument/2006/relationships/notesSlide" Target="/ppt/notesSlides/notesSlide3.xml" Id="R127f7546ba1a4d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968daccb748f0" /><Relationship Type="http://schemas.openxmlformats.org/officeDocument/2006/relationships/image" Target="/ppt/media/image5.png" Id="R6943dcdbfe744959" /><Relationship Type="http://schemas.openxmlformats.org/officeDocument/2006/relationships/notesSlide" Target="/ppt/notesSlides/notesSlide4.xml" Id="R703dfbcecc8043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7b886050c4600" /><Relationship Type="http://schemas.openxmlformats.org/officeDocument/2006/relationships/image" Target="/ppt/media/image6.png" Id="Ra18d2adeb0184ff7" /><Relationship Type="http://schemas.openxmlformats.org/officeDocument/2006/relationships/notesSlide" Target="/ppt/notesSlides/notesSlide5.xml" Id="R422f191afe6f42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f321a06be46cb" /><Relationship Type="http://schemas.openxmlformats.org/officeDocument/2006/relationships/image" Target="/ppt/media/image7.png" Id="R3b31318a5d8b4aa0" /><Relationship Type="http://schemas.openxmlformats.org/officeDocument/2006/relationships/notesSlide" Target="/ppt/notesSlides/notesSlide6.xml" Id="R0b447c0ba13c4c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01db8c48f463c" /><Relationship Type="http://schemas.openxmlformats.org/officeDocument/2006/relationships/image" Target="/ppt/media/image8.png" Id="R798a1d7182744a70" /><Relationship Type="http://schemas.openxmlformats.org/officeDocument/2006/relationships/notesSlide" Target="/ppt/notesSlides/notesSlide7.xml" Id="R7aa9087e330947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e95eb9cc24cf7" /><Relationship Type="http://schemas.openxmlformats.org/officeDocument/2006/relationships/image" Target="/ppt/media/image9.png" Id="Rd6fc596d2557401d" /><Relationship Type="http://schemas.openxmlformats.org/officeDocument/2006/relationships/notesSlide" Target="/ppt/notesSlides/notesSlide8.xml" Id="Ra731aba2cc564b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7f237e24d489d" /><Relationship Type="http://schemas.openxmlformats.org/officeDocument/2006/relationships/image" Target="/ppt/media/image10.png" Id="R924b8db108974ff2" /><Relationship Type="http://schemas.openxmlformats.org/officeDocument/2006/relationships/notesSlide" Target="/ppt/notesSlides/notesSlide9.xml" Id="R49e3dddac0cc44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b2864fdb04f74" /><Relationship Type="http://schemas.openxmlformats.org/officeDocument/2006/relationships/image" Target="/ppt/media/image11.png" Id="R8d089a7fd4a94e05" /><Relationship Type="http://schemas.openxmlformats.org/officeDocument/2006/relationships/notesSlide" Target="/ppt/notesSlides/notesSlide10.xml" Id="Rc2903a9a959e42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6a91c2d1743b9" /><Relationship Type="http://schemas.openxmlformats.org/officeDocument/2006/relationships/image" Target="/ppt/media/image12.png" Id="R508ff1873c5e4ee5" /><Relationship Type="http://schemas.openxmlformats.org/officeDocument/2006/relationships/notesSlide" Target="/ppt/notesSlides/notesSlide11.xml" Id="R155fd931f5d74a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8aa8da06f4f9a" /><Relationship Type="http://schemas.openxmlformats.org/officeDocument/2006/relationships/image" Target="/ppt/media/image13.png" Id="R9a5bc8a36d6c4c44" /><Relationship Type="http://schemas.openxmlformats.org/officeDocument/2006/relationships/notesSlide" Target="/ppt/notesSlides/notesSlide12.xml" Id="R71b3532e98fe4a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a418c0f6747a1" /><Relationship Type="http://schemas.openxmlformats.org/officeDocument/2006/relationships/image" Target="/ppt/media/image14.png" Id="R24070ad6d5644f19" /><Relationship Type="http://schemas.openxmlformats.org/officeDocument/2006/relationships/notesSlide" Target="/ppt/notesSlides/notesSlide13.xml" Id="R02809cf5c5424b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2c67bce5b4681" /><Relationship Type="http://schemas.openxmlformats.org/officeDocument/2006/relationships/image" Target="/ppt/media/image15.png" Id="Rdc772c251d4d40f8" /><Relationship Type="http://schemas.openxmlformats.org/officeDocument/2006/relationships/notesSlide" Target="/ppt/notesSlides/notesSlide14.xml" Id="R4af774b6645743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432e13164fec" /><Relationship Type="http://schemas.openxmlformats.org/officeDocument/2006/relationships/image" Target="/ppt/media/image16.png" Id="R623ad6f370b5417c" /><Relationship Type="http://schemas.openxmlformats.org/officeDocument/2006/relationships/notesSlide" Target="/ppt/notesSlides/notesSlide15.xml" Id="R56f35e490e8446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eda218050471e" /><Relationship Type="http://schemas.openxmlformats.org/officeDocument/2006/relationships/image" Target="/ppt/media/image17.png" Id="Rae3e750337d847d7" /><Relationship Type="http://schemas.openxmlformats.org/officeDocument/2006/relationships/notesSlide" Target="/ppt/notesSlides/notesSlide16.xml" Id="Rbbbb182dc1f145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63e0743de4fd7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DDFF5-C114-4ACD-93AA-D17841B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2228A-79F5-43B4-B1EC-B3AB86A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33C3-9832-4751-BC0B-06BBBD9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8135C-217F-44EE-A6B9-739EB515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BB575-3DE1-41F1-AE21-E2E1CEEB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A6353-BBF4-4AA4-8140-D0148C4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dc3a9d97f4601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445F2-1D07-48CD-B9EC-11C6EC3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CCCE0-E279-4D52-ADFA-0339837B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F93F6-6051-423A-AFC9-D01FABEB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D49C6-056E-47C2-B128-EC210E9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4D683-4E5C-49A3-9337-E960F419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BCC6E-A3C6-4825-ACEE-3E91BFF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22FB5-6D5B-484C-A41A-6891890D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4322D-0F24-482F-88D5-B1EC969E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754813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6D8474-5450-4E2F-AC3A-3EFE303D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6975-F044-45B7-86C9-D5BD6DF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f40f08f494ee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A4C0D-9BA8-4A32-9E05-EA81731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C307-D22D-4A98-9729-C92B40AC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04A0D-3679-4922-8292-C5869BA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C04F-FE74-439C-A6D2-47250210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EC477-94DE-47AA-89A3-9ECF04C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11B71-D037-449A-8DF2-1AC4F223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82357-6464-413D-A494-651ED19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5D51D-8273-40DB-B3CF-726A29B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68168-B3E8-4893-AFA6-5BF238DD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8CB63-1608-4F6F-BCD2-8100E5B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A407E-2A75-43F8-8EF8-5B5FE7A9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AA6DD-505A-4CE4-8B33-CBE266A0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36707-E1F3-42A5-B6DA-8B6ABE6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DB0B1-D905-44DE-81F4-A1F15203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37319-AC4B-4036-96C5-21D36981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95399-17C5-4C5A-90B6-F8CEA86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CF6D7-719F-4B0B-A91F-31BA0E05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09239-6D60-4DC1-8F87-EA39876C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BC3A1-A1DB-4FF7-AA51-E121DE0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F8671-DA35-43D4-AF58-C3A09BE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606E4-AEC8-4C68-A274-AF0CFC4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C7EF3-E145-4CEF-91B4-078F8BF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633B1-E4D1-40A5-9AFE-7D1D1F4C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06BE4-D78F-41F8-932D-6329F65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2C3CC-9514-4705-A804-E79226E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A1D5E-C87C-42A2-B73D-38E8DBC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01191-62B8-4329-A7DD-87CA6BB8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ACD1A-271E-4470-8E8A-12CD98B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DC3644-AE45-4794-8693-89FB0DF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E60A59-FAE2-43CA-9265-11EB0150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C4435-93F3-4B60-8E05-3093499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BC402-3196-450A-8FD9-9ED9712D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5AB205-B9C7-48B2-A869-6E2D310C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1EBF3-124F-49FA-A20F-50326FC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01CF2-978C-43E3-BB4B-23E6C1A2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CBC65-5276-45F9-A8ED-B71063FD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A82465-24D5-40A4-8E50-A663E16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31156D-C332-4BFD-8C4E-834CFB2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960FA-45B6-479D-B36D-82310F2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300115-40A8-4A1D-92B9-4275D4F5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F1C7DC-DEA7-4331-BDD3-25356317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8FA7DD-0B85-4A3F-A9AC-485DB14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87F65C-EC89-469F-813A-7CAC150E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Квартиры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F9DDCE-C348-4762-8D1B-EEE11AF2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2CABC1-4FFE-41F8-AE2B-D8358364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Отчет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7E6F78-F50F-4B8A-A06C-D02A35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E54303-D415-4CF0-8045-2730D27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Расход материалов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B1D0EA-6018-4F56-80C8-76EECF5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31BBE1-B8DD-4962-8EEF-E7F4867A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Замеры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6DAA19-D252-467C-8FD0-EBF75E4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17CFC3-88F6-469A-892C-AEDEC577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 Почта и телефон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F968E8-3683-43C3-A81D-A584D182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AA5A84-74F6-40BE-B8E5-4A4798E5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 Подключение 2FA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9A01E7-5E93-4D9F-A2CA-2A3AD82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C53319-408B-4FB3-9A57-0B8B8080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 Смена пароля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6FE105-CE97-4B98-B23D-D5F60E0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D4B1E2-6374-4E1F-B2A0-CA689606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 Excel</a:t>
            </a:r>
          </a:p>
        </p:txBody>
      </p:sp>
    </p:spTree>
    <p:extLst>
      <p:ext uri="{BB962C8B-B14F-4D97-AF65-F5344CB8AC3E}">
        <p14:creationId xmlns:p14="http://schemas.microsoft.com/office/powerpoint/2010/main" val="1527456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8AB841-C577-40CF-B9CA-C4947862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F6219-1AD9-4C69-8B6A-F44D21C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d1fa0d438430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741E7-55BB-4639-9C20-2748415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09CF2-664B-4EEB-824F-4BC290FA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0CA9F-A55C-430C-AAAF-D2023239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C9A91-653E-44BC-80A6-4BD32A3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F1F84-2D29-4D8D-B91D-67FFF1EB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F5C3E-DC7A-4BF9-81D2-F43C228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DC2A3-DC06-4843-8C37-D662C782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A7AD9-658C-42AA-9E33-9C82021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9A4CA-0938-4D92-A9F5-00BE9BB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EE6F1-5961-4CBE-9A33-B77326D5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5BA85-000B-48E1-9957-285C4A5D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E4AF9-BB33-4A06-AD2C-E0AE9DE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F5985-E12D-4C82-AF51-D50E37C3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7844F-97E8-4FE2-9BDE-FF779B3D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24DF0-EA75-4B4E-A987-9EFEC68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61393-27E3-4D70-8724-865FB5F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16B30-19A1-4F62-A839-FF84C7E5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CD72F-0FDD-4751-85A3-6B0F76D8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C3DDE-30D7-43AF-A2EB-F7FB95F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9E626-0EDE-4A9E-B2F4-D64E47CC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41A4E-F86A-45DF-B981-D88037F2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C489B-45CF-414F-B16D-3F884768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5E860-E070-430C-950C-C8A0979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AA586-38F4-4FC7-8FC2-2000E200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98794-26B0-4E66-B089-D9161206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BDD89-23D8-45BC-81BE-CB59D0BD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30299-ED99-4B70-A9AB-C73838FA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0AD26F-0C73-4CFD-85C1-7EE310D8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2F9C0-FE33-417D-8851-60D0CD87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98A3B-1219-4396-A66B-40D9F4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DFCB97-5D89-4370-8F81-9BD4E43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EF8AB2-5AB4-4153-9CDA-A29A0620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35FEFE-24DE-4C19-8328-0CEA963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1061182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8791A4-AFBF-49B3-A1A7-54294AE7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D3267-2AFA-4159-BACE-A950A71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3dcdbfe74495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416ED-86F3-4BBE-BDDD-CB406968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EB8ED-3AAD-4CC3-B6E7-9AC33DF2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9FC64-D66B-4D24-AD78-D999D0E0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E8674-1CB9-496B-8AC9-5C7A4240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613C4-7797-4702-A2A2-7500D782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AF375-E63C-4FFE-8232-AEDB0436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35F95-AAF0-421C-8CF8-76CD729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1A33F-509D-4B99-902F-23D339D2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AA71B-F1DB-4BCE-B54F-F356CB81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E60DC-178D-4F14-A8B0-5C71DB0D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1355D-A038-48B6-A8D5-EBE160D8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E6A60-DA83-4562-B70E-0576480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72240-11BD-4EA8-9E98-4121ED73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7DC0A-5DBE-49F3-A12F-824298CF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9C714-663D-4934-8640-CE0B7F9F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1C6BA-3581-4204-ABF4-7F7EB895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F43F4-1505-4635-9B1B-91CAB623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5084D-8FE4-4B9B-98E6-7201F28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91A23-DB18-46A3-9714-B3015AE0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2054E-C202-4A18-B5C0-8BD98629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311A9-D8BB-49A1-9E58-83BE2AF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A0292-941E-4A33-A717-F79B0554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BE858-48C4-4D0E-B538-ECE563A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B1F85-9DD3-4B54-AC47-31699715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3F6EA-0A4B-485F-9688-4E350A9F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11203-0920-44CC-943A-BBB88E1D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04C27-8825-4BB7-AFE4-80FC433E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597CB-F979-4A35-B4A1-4E048F94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F1526E-5984-4E66-AA93-55EB8D91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DCCA9-6E5A-4661-B994-448385A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FCC723-8887-4B7F-B63D-6FAE064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16B330-E623-493B-8FE5-5EEC348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9D5D1-C9C5-41E6-932F-DDC0BDE6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1589146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5B908F-C4E5-410E-93E1-9C04205B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A6D86-B28F-4229-9F94-CF064664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d2adeb0184ff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932B9-C89D-4A1F-96F4-971F9165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54ED8-7A1C-451E-B725-46B2A574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91E97-82D1-4E5C-B3D8-676F6339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FC729-F795-47A3-9671-4BC4EDCE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9A026-25F7-4E72-9F0C-5B7D6DF2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E061D-9BCB-4B34-ABC5-E27BE87B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5A8FB-C075-49E4-B3A7-87FEB96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928A2-1A7A-4EFE-B09C-FFF7617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D1EF3-50CA-4C77-AA4E-B841410B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CA263-417D-4FD3-8670-171CA0F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6E0C0-BEFE-4E39-9A57-50E8B27C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8D12C-A877-457C-8ABE-3A3CBB1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09F72-9C9B-4DF8-BBBA-137EEFB4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BE9F0-340C-4EC1-8252-528DF4E8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22BF4-DB93-41CA-B5D2-7A96700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C6489-38FF-4F61-990D-238C983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E8A6B-EB83-4BD2-ABC4-9E441DAC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DA458-9CF5-4960-A2D1-AA766C68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53DA6-F4DF-4D69-B6AE-E416357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2B5F0-3FF8-4962-AFC5-EA72ED13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405DB-5082-447D-9037-1923ACA4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A2AA5-E6F7-4F15-855D-361926C6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F2321-54BC-435B-8658-FB64C873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BE9D45-5A90-4DC9-B387-3363B85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C7626-C96E-4DFC-B3C9-4AD75BF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1519A-70ED-4869-AAA7-7F06FD5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5E3207-7FF4-4AA1-AEA0-CBF48DF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A619C-ECA2-412C-91CE-8A46AD50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882BB-F72D-49CF-96D0-4433C344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B5C11-7319-49A0-8759-38CB0A5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49EC78-F80E-44E5-A02D-62E2CC8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6D90EF-F929-48DD-849D-37BF5FDB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0AB394-CF5C-4AB6-A0A1-3971989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1261946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E143A6-876C-4B3E-830B-806DB83C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50E81-F19F-4F45-AA39-EF914CBA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1318a5d8b4aa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5A1E0-D4FE-45C9-8F1A-30446FA2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C7E41-19B7-46D7-9B5E-40A3A3E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4DD32-2D07-461F-84F1-14D7460E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5322F-B7FD-401A-910F-281A37D5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A81A0-0BC1-41E3-AF02-1E623660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B1DF8-0281-486F-9D74-31B80D9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7BFD-DF79-424A-90DB-7CA23BE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687BF-81E2-4AA6-911D-62F8E40A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8FEFD-704A-4C1D-81B3-E023C36C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38F9C-C13B-4426-8B35-A7E78BB2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576B1-27CF-4541-BE0C-8164498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E09D8-6820-486D-BAF8-9415EDFD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E97F7-E698-4B7E-A50C-12946BF0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E474B-6A2C-4A9D-AFC5-C1D78A89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3FBE5-03B9-48A3-B99E-0304731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83051-8F2C-43C3-8CA1-1BB33620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A0FA7-7F84-4EE7-9F58-5E25DA5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29AEE-845C-4975-A604-74D09859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DA6C5-F0D6-43DB-8470-D3C96D30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6C56B-F199-4599-8A4A-C913C4E7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27052-D74A-4BA2-9C9E-D1B42A3B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C5DA3-8D94-46BC-885C-A5D7E64C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A83F8-FB8F-429E-95BA-5C2D958D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E35FF-D288-43AD-9DB7-C4ACC5B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1C958-35E6-45AF-BB69-932EC4BC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D75D0-F5DF-479C-8F21-5E13E1F8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84857-18AD-4C6A-B684-A5D6754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2FF7A7-131E-408C-8A3C-3EA36252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BAA8A-84D7-4EFB-A43F-7D2CF69D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695E6-0B09-4E61-9DFA-64FFE557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C35455-935A-4EF1-AA97-F9FAEB2A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7432B4-8E7A-47EF-AD48-27D7933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047EB8-DAF7-44E9-ABA1-E369A88E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933345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88FD6-7307-43AB-B0EE-053ACCDD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8EBF4-A041-466C-992D-E00CF122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a1d7182744a7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CF7C4-1ACF-40EF-8D46-343A9968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A1C70-8172-4439-8D55-A1EC6AF6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5EA52-55E4-4262-B812-DEFF880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3C9F2-1E37-4222-BE1A-811D211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0460A-3A38-4E57-900E-0B5A157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17E10-BF61-46BB-B7DF-1E134F02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9D2B7-5458-4BD4-A08C-22EFFC0F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D6DD5-0AB1-4301-826D-48A6803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7C23A-63EE-4D75-93F4-846F625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F7BA8-C65F-47E0-B702-8327D286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D5486-3FBC-4F35-9391-4F1442D1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BFF4F-E1B1-488C-8EE8-9931069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D6EFE-2D18-4955-9045-4E9AE7E0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2815A-21A3-445C-88EF-28C58780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45F22-0825-4459-B113-A089EFD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6D3F8-22EB-4404-91D2-8FEECB2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881C6-79A1-4944-BEA9-98E63F7A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71910-B05E-48DD-95C4-9129D37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21DC9-9E49-4300-B90C-77E0EAA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E2AF9-270F-41DE-A85A-97EF99DD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BE02C-FE51-4A0A-856E-F41872E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56A37-CA74-4A41-90C1-33EA3557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DBDDA-18E2-4875-9C87-2A9A7AF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CC035D-5D85-4DF1-8530-EE4119B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BA95E-E992-436B-8594-972A90C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7DF25B-41DF-4588-95DD-3BB8DA49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DCFC7E-EFE0-42EF-BD41-A212D299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5AF61-223B-4EFC-B57A-5F9F6CA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ED984C-8E38-4FE9-90FF-60A85743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1D645-CF05-4504-AFF2-79EA9896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ADDD84-9802-4279-B778-8C6BCF00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3E300-5E93-4B95-8C31-279A7E94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887FE2-C7C6-4DC9-AA70-999BEF2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1744337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C42C8B-3E1A-493D-A0FF-94C889BB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7DDB5-B983-424E-814D-C6A93BE3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c596d2557401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D2E9C-CB79-4B35-9566-516118F5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CFAD8-8AD5-4995-9BBD-88096243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C6B13-7221-462C-A028-08A424B2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0D895-AECE-4E05-81D6-83829503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A46C4-DA5F-4D82-AB36-C7FE966C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79FF8-4D70-41AF-B7BB-7B560E2F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CF7A4-C8D8-4AE3-AE56-160376BC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DFB15-7CD1-4E53-B7AA-F53FD019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997F3-9AA9-4264-9923-9BE4A319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A705F-D2AC-4164-A47F-B730B5F8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D797-220A-4CF4-87FB-74E38290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AA6CC-9C23-411E-859D-044AFEA0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D843C-BF8D-4D84-B0E9-2ADA71F8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BC030-CCB9-4592-8931-1640A31D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B7BFA-7045-4951-AA07-A0A83CE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A7334-BFA8-47B8-9163-EE8ED3B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F5A67-9F1E-405B-88CB-35FA987E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71086-B02A-45B6-88CF-2B12470E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4D3CF-F419-4AE2-95CE-4F9F976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A4836-76FF-4932-B026-EECCA7B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1F9C8-4A05-4ACE-96EF-EBD26EED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98A33-F88D-45A7-96C1-2338CC1C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72F65-77E8-4AF2-8A82-47D7D96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11210-AC33-4FE2-8673-B10AC538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8027A-D8AF-4F50-BB25-E11A59AE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0AC838-EB4F-4620-B234-70F08C59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CEA46-91A1-41BC-B528-3781D004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EF6AA-679E-442A-9ADE-4FAF98DF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A32266-BDCC-40C9-8C90-A4B4ACEE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8F65C-47D8-4778-8873-9794A0F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EC61C7-A74D-4222-A962-3D2A7B8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22556-593E-4E02-B1DD-C16B9659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1F7C5-5E0F-4600-9B4E-F2D77571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2046389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F453D0-8D37-45DC-8738-F4F7826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55EA8-3F39-4381-AC31-F2174E69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b8db108974ff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CA597-5664-4F2A-8B03-04ACCF77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КВАРТИРЫ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DA09E-D6E2-43D9-B06F-45F7709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Квартиры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228C-9DFF-47CD-98F5-1B66FFE7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показывает помещения, готовность, статусы осмотра, АВР и комментарии.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00A56-CBDF-4D3D-B65F-DE949C3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A955D-EF9D-4506-966F-5D35158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16E01-E00B-4EC5-909C-41717FD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AB461-D051-4B92-97EC-33D1105B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5B03F-C27C-4378-A7C9-FF6A242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EC099-6FB8-4B46-9C9D-42B3922C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6BD9B-6CAD-4ECC-99F7-4FFAB3A6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Квартиры.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91DF4-C4F8-49CD-A2B5-2C6F7B9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F43C1-382A-488B-91B4-FA00A42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183CC-DF33-4A9A-A527-32130FE1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04699-B441-440C-8321-BD2A543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A95AE-D4BE-4135-9CF1-FFF4D8DF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номер квартиры или текст в поле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FCEE6-DC4F-463D-9C71-279CD531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67687-63E7-45C0-944B-8C4C79A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10F6C-25E0-45AE-8D69-24E6ACE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CF810-C9BC-4AF3-999B-31EAF26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Примените фильтры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37D19-38F5-4450-95DD-DF83DF89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Осмотр, АПП, АВР, внутренний статус и отделку.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11B6A-6D28-4514-804F-17FBBB28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1C2FF-C7DE-43A4-947C-77D79AC2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6074B-5D21-402C-BC83-C59F91B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1363C-D7F1-40A6-87B1-CC83EF5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карточку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2A5DC-44BA-4D70-A58D-F89C47A3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на нужную карточку квартиры или коммерции.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0CFF0-C322-420B-8943-6DA67400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AB1797-B8BC-4910-A6FF-549C6FB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5867D-485D-41A6-93EE-DBEC53C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961982-1DCA-4D01-A7D5-C718901C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85B550-6AC1-4341-AAF6-CB8075B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смотрите замечания, комментарии, историю, готовность и статусы.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47240C-1E29-4E49-8033-9BD30C11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9B0FD5-46EB-4D03-AF9C-C77726C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BED677-5700-4D99-837F-66C2390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Желтые карточки обозначают непроданные помещения. Для них строка осмотра не нужна.</a:t>
            </a:r>
          </a:p>
        </p:txBody>
      </p:sp>
    </p:spTree>
    <p:extLst>
      <p:ext uri="{BB962C8B-B14F-4D97-AF65-F5344CB8AC3E}">
        <p14:creationId xmlns:p14="http://schemas.microsoft.com/office/powerpoint/2010/main" val="568325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350BE3-ED8D-4A65-BDA9-6A7B16F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EAD1C-08A4-4A63-B2BF-B3C973CA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89a7fd4a94e0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4BE5F-7AB3-43C5-AF4D-8C3BECE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ОТЧЕТ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D5CB6-0849-4F50-B67C-24D8FDFC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Отчет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8178E-0A43-41F2-9687-506027E4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Отчет нужен для контроля готовности объекта, статусов и общего количества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1D434-9EE8-42EF-AC20-74265832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B3453-503D-42F1-82DB-6F04A85D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EF922-AC01-4544-A489-40AC47A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0B30B-E92D-4CB1-B424-03C05E0C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007BE-5928-48A7-AE4E-2DF0B9C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8ECD9-2C6B-4F73-8692-FBB5A62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6745A-9906-4415-B5F0-9E93F22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Отчет.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36304-E8A2-47E7-96CC-A8595083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D1319-9D12-4E71-9F50-E480FA6B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D012F-4FB5-45F3-B770-3CDC42C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0057C-2F82-445E-AA02-3B3DC8DC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сводку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FDDA0-03C4-4F7D-96DA-83D672BB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Посмотрите количество помещений, замечаний и готовность по объекту.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56EF1-A472-4296-9C61-A5826D4D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7954F-9552-4A2C-BF4B-74E35264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A0BF7-A047-422E-85B8-35322CD7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EF18F-20AE-4335-BB74-0B92C922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38B6D-787E-497A-9340-38C4782A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нужный статус, отделку или другую доступную группировку.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733B0-AD56-4AB2-8F29-F388C6A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ADE75-E37B-43DC-B5E2-BC76A6AF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33BEF-AD2E-4AFE-AABA-98BD0405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E887F-04C7-4307-97BD-54CDDE13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Сравните показатели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2E040-A82C-4FEB-9E57-1E3C9165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выполненные и оставшиеся работы перед выгрузкой или планеркой.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C20C3-3F6C-4D6A-90F0-EDE294F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B1F0E-F694-4D70-BACE-253A0605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61275-A795-49B5-B115-BE5AAA0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5DC2F-7B99-452A-8A11-E920FB9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детали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BAFAE-BC9D-4034-A3EE-F28D5D4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Переходите из отчета в нужный раздел, если нужно проверить конкретную строку.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B70322-47DD-4CCC-9015-24B41D2C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09271F-D601-4E10-BAA2-7757B458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C2ECD-BE46-4D7D-9FEA-CE2A743A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цифры в отчете не совпадают с карточками, сначала проверьте фильтры и выбранный объект.</a:t>
            </a:r>
          </a:p>
        </p:txBody>
      </p:sp>
    </p:spTree>
    <p:extLst>
      <p:ext uri="{BB962C8B-B14F-4D97-AF65-F5344CB8AC3E}">
        <p14:creationId xmlns:p14="http://schemas.microsoft.com/office/powerpoint/2010/main" val="1445981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881B6F-3251-435D-A000-37EF67E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A70AB-9E23-4EDC-BC8C-1BAC2282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ff1873c5e4ee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57E56-D671-4376-9E97-506DE13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32BD1-3F2A-48E8-8744-D46EC29B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9FB23-FEA0-41CD-8EF6-4BCEE785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144C8-74E1-4A54-BE4C-C03E57F8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436AF-DFA0-4A04-B9EE-FB19873C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8C46B-EBC1-4196-8465-CFCEF7A2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5E743-D288-4956-943D-7E36877E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45554-E415-484D-82A2-F8EF9CB2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DF588-FFE2-4B60-823D-6712FDDF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1E455-48D5-4309-B6F7-52BABF3D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13A3E-D385-4EBF-A42A-5398C3F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870F2-D8D0-40C8-A92D-027F1F3B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09F1D-4DF5-4B7A-A24D-7E591DB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44359-C84A-4939-9C51-DB23887E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запись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01C83-1038-4914-99DC-CDE9F6A8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добавление расхода и выберите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CFC5E-94B6-4BD7-9420-F56527B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6E5B7-136C-4275-A5E4-B55E7B4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85291-32C1-45A4-AF82-94473AFD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FC092-21CE-4961-92CE-720AF8AE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работу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47A38-8BBD-473D-A494-4276A092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замечанию или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45B1D-463A-4E54-ACD5-94399591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9F490-1906-4082-9CDF-A3CF8AC0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77F31-CBFD-4DC9-8A3D-B50B95C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C5C8F-1381-4809-B58B-8194C68C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материал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9FEC4-E952-4001-B6BE-B309857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Заполните наименование, единицу измерения и количество.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E84BAB-00C1-464D-A464-C043192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443715-5717-43F3-A1F5-86EC29CC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6D15C-AFCE-4D9E-9658-BA63C513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B176C-304D-42BD-BFD4-F9C935E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670E2-EB1A-411D-851D-E4C607F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проверьте запись в списке и истории помещения.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EB6E8D-2E92-4759-9E74-84AB5AB9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8101C8-64F6-4E20-B98A-67E79098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BF15E8-05FC-4B86-97FD-D441795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2701091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B7D885-1BB4-4DF2-A91F-664E3C18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8A353-7466-4624-8ED7-23870C28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bc8a36d6c4c4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6A9F2-3D0B-4491-8D14-B6BB15A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4EE5-6A1C-420F-A001-1228AB69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3FAAC-4700-4485-AC23-2CC2AD92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FBF6A-F17B-4E7F-8E64-F337D4AF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814B6-69FD-4148-B82A-5AFAB6E7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6828E-11C7-4298-B3F3-48D18A9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A91EA-D7D0-4C20-8F14-3C705FC5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A2D46-DF81-439D-AABE-850F651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3A65F-4C86-4D5B-8411-9E4A1B71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52EDB-77AC-46ED-9B05-33C2593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FE5BB-A040-4923-82BB-C4F97655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9801C-BEB0-4C99-9F36-2347247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66C62-10CD-4BF2-82E5-DF1B0577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48D1F-9FF6-4767-A719-2A522EF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задачу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70FAA-1C5E-4A41-BB09-1ED36BB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Добавить задачу, выберите помещение и заполните текст.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E0604-480D-46C1-8CF8-00E7C72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19129-09CF-4357-AE7D-FAD68D1F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1F6ED-C9C3-46C8-AE66-DB689EED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FA4E5-3F8E-447A-ABFD-C8EAC906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Работайте со списком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ABCA0-CD30-498D-BB89-CB623DD0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 задачи, выполненные уходят в конец.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A936D-C401-494B-96C0-6DEF290E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23FC8-3BCC-4794-BA4C-589042C4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15356-E8CE-4AEE-A8F5-DE425119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B9DD9-4458-4493-8B3F-7302E4C6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21897-0825-4B9C-B2FD-A07B0344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 или заказанную.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1F041-5E79-47FD-87B2-C53FFB5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83AA06-93FA-4E6B-B153-4B552F1A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2F60B-E14E-4D41-91CE-23171DF1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65812-36B8-4986-87DE-A16F64C2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карточку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66051-9D70-4692-ADFC-7A84783B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текст, история или действие.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042DD6-BB45-4E9B-A94C-2E7E0E3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C34A5-354E-4665-BE7E-976057B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35898-7E87-420D-882C-11540EF0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проверьте фильтр, статус и текущую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3528347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EC605A-AB98-4A59-BBBA-E49C0DD6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D5CE9-F51C-4D15-9C31-A9CC2422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70ad6d5644f1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05944-1C7B-4A93-9C0F-DAA6A02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9FCF3-4E6A-48D1-AFD0-0740721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Почта и телефон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6EE3-DA4E-454A-B4C9-2E9D9CA5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Почта и номер телефона нужны для профиля и документов, которые CRM формирует по пользователю.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35865-EF66-42BF-B5E1-CB6840A8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D04DA-DA70-4F09-B549-240075DB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FC4B6-B0F4-470F-AD16-E8DDC0E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408BA-2356-482A-B493-0705709F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E9AB8-D356-4E6E-B926-166EE1A1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6E627-2FD7-479A-89B9-3859F5B6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F53A1-D153-43C2-B41C-A9EDDB7D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AEAD1-7ABE-44AC-A4C1-4E60CC0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150DE-8C55-427F-86D6-23703E7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33D60-28F4-45F4-BC86-65FC56DE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2CAD6-D96D-4C18-928E-D9C22FDB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блок Профиль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93897-3490-4A53-B79D-E688D76C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левой карточке откройте строки Email и Телефон.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2273D-C6E1-40F9-B477-D3C6B88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CBEBD-BC9C-4BB4-8638-B02C749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87519-EEC5-4F60-9EE1-E56D2F3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2668A-A0A0-4BB1-B36B-8C57764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email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1C207-1C26-4706-8712-E8BDBA4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Email укажите рабочую почту без лишних пробелов.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6F25A-D4C2-494A-B068-0C5EDDF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3CFCB-AECC-4274-9E8A-BCBF3089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F7481-6FA0-4081-BC80-BFF59F76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C0532-873D-41A6-AC09-DC65E39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телефон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7A61F-E154-4C35-BF0A-69A3A4E6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Телефон укажите номер в рабочем формате.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9604B-EA6C-4DE2-B061-F89C2F78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BAA88-C515-4D15-8419-98B859C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1FF17-71E9-440A-899E-CC003C7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3FDF7-4EAE-4436-B2B8-CEC2060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данные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EF49DD-01F7-46D5-8566-7D8F375A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Сохранить в профиле и проверьте уведомление об успешном сохранении.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C6A0A-9EDB-4D47-8BC5-C54ECBA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911750-C4A3-4001-9B00-A053092A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6D747-6704-400C-867C-19175BF8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Эти контакты используются в документах, поэтому перед генерацией претензии проверьте email и телефон.</a:t>
            </a:r>
          </a:p>
        </p:txBody>
      </p:sp>
    </p:spTree>
    <p:extLst>
      <p:ext uri="{BB962C8B-B14F-4D97-AF65-F5344CB8AC3E}">
        <p14:creationId xmlns:p14="http://schemas.microsoft.com/office/powerpoint/2010/main" val="1357457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797598-127A-4BC7-9FD2-7313E695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57369-10C5-4C0B-A789-A283CBC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72c251d4d40f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C11E6-90EE-42A8-832D-C454EE25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82FDE-681F-4B10-970A-D9CEA2FD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Подключение 2FA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9850D-96C9-447C-8F22-B653717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Двухэтапная аутентификация защищает вход в CRM кодом из приложения.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5523E-E551-4B7F-95F0-26D9C13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0E024-E37B-422F-AAB2-7F1AAEE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99006-C4D8-4435-AB99-092AD4D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1272E-3D2B-4176-85AB-982CF748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3CC66-CF33-42F6-A359-1035D5F4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B5BFE-AF14-43A8-AB27-8A6C4813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988F3-639C-4760-A386-4DCEBF20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A3FDF-61E8-4A5D-944B-6BB7876B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22DB9-C23E-413C-9F31-1CAE834D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5250D-7EE0-472A-B068-3D4C96B5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77846-3CB8-4693-B5A9-D78A6B4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Подключить 2FA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D04CE-32AD-45D9-8E9F-E46449F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правом блоке Двухэтапная аутентификация.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5A5C9-A4FD-4033-B842-62D901F6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F2803-6A42-46FF-B388-218C9B6E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9492D-9EBB-4E8F-99C1-4FED9BE3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403BB-DAFC-458E-97EA-BC960DC5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Добавьте ключ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F295B-99F2-453A-8EDB-2AD14A40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Отсканируйте QR-код в Google Authenticator, Microsoft Authenticator или 1Password.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156C6-D37B-45FF-9649-9A5F834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F5759-9504-411C-802C-44987D98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468E3-92CA-4FD7-AACB-0D458B1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5B577-9E11-4795-85CB-89BC8C35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код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A8B42-35FB-477F-857C-E626C30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шесть цифр из приложения в поле Код из приложения.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551E9-41C1-4065-8245-65F1F31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1EF69-2558-40CD-9CEC-5BC34D3B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65C079-C20E-4CBC-B7CE-F780865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5E3FD-CC01-4C0E-9A84-2044FC5A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Подтвердите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6E72A0-BB65-49BB-A103-CAB268B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Подключить. После подключения при входе CRM запросит код.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BBA79B-AD70-4A31-9207-F9ABA34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56D36-9808-4983-9804-F97CE09F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Если QR не читается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439671-B81C-4FC7-915E-B2627760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Скопируйте ключ для ручного ввода и добавьте его в приложение-аутентификатор.</a:t>
            </a:r>
          </a:p>
        </p:txBody>
      </p:sp>
    </p:spTree>
    <p:extLst>
      <p:ext uri="{BB962C8B-B14F-4D97-AF65-F5344CB8AC3E}">
        <p14:creationId xmlns:p14="http://schemas.microsoft.com/office/powerpoint/2010/main" val="425593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5794FA-2180-4489-9DB8-24F07BD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F4BE2-5953-4694-9D6C-037078B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ad6f370b5417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454AD-12B7-42D6-BE2B-279847A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15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9EFB0-5F4A-45F9-BFAA-719D18F5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AD694-1D5B-4B40-9330-A3632E41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30329-1E2A-4EDD-AC8F-A55FEFE7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1CF81-C9FE-4906-9416-AEBF148F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B360F-139C-4B5B-8DE4-94E713D3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0AAFB-42D4-427C-BDB5-38BA9B2A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23A86-283E-46ED-957E-5442256C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0FECF-3BF9-462F-9125-FD48F9F2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B1155-722C-489B-BBF4-CDF2316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7A90B-BD14-41E0-A645-775F33F8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0E09A-FB0A-4225-BA5B-0948FEFF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4FC0A-D191-41A2-8BA2-135EFD8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06C5C-D343-4341-8E5E-E4698637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3EFFD-9505-4E27-8221-3A693D3E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4497F-55FF-427D-8F28-BE1BF0F0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D5E59-3EBD-4078-BBD6-C83E380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97A23-911A-416A-89C3-9077AF5E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58A12-5DE1-4562-A45C-7BE15E3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1B8A5-2C98-4430-86B1-D3169F52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52229-E191-46C1-852D-03B4494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70DF2-A7C4-4FC7-94A7-307AD585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3AE29-F5AC-47A0-AF9B-39A8138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89CF6-98CA-4115-9C82-47001BBB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A19C6-8E42-4D17-9F64-A1AC151F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DE3CD2-57E5-446D-9EB6-B6A4E616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69576-0FB0-41B2-9B68-2CDDBD7E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B4742-8F6B-4D2D-B9BF-78E35C3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30545-0E2C-4542-9C73-E7A904D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AA5215-4FB3-4490-9B22-91B932F0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FD4B2-7B4F-4ADB-BE46-4E617C1C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267022-B4B8-495E-9DB8-7F350A48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0FDB99-0B1E-4E01-B7AD-EAD193B4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449942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63C3A-B325-4268-BC29-DE4564D6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CF8C5-E9CA-4B79-A5D1-C0FA788B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e750337d847d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9128A-9E66-49CF-92C0-73B9503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16 ·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12701-A942-4767-88B1-8A977BA5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выгрузка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62F83-937E-4A5E-83CE-8699FD0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4F16D-B2E2-4186-A789-AD6D5E5F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711B8-DEB4-421B-B206-7E6D2630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FA679-CEEA-4A41-8A5D-BC14767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6519F-3877-4904-AC56-CF9C862C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978D3-ECE6-46C6-8F5F-3168B384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6D1E5-3432-46DE-A700-FC642619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CC56E-9BF6-40E6-8B9D-FE48E6A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AA6C5-EC4E-4522-8A59-3BEAAA1E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F052B-046C-4416-9675-89FA2F0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86FAA-14BE-4BEB-8363-6D3C9B8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6F32A-7132-4959-B1D7-787ADF39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AE107-C692-4024-A75B-0048CF2A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D3508-FC1D-4709-A90F-3F91480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E6172-8911-4826-8C49-F8A1B01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39880-28CF-4ED5-A86C-2A486CDD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43AA2-1544-442C-896C-BA2A9E4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Сверьте с отчетом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7488D-0763-4F98-8277-736D26BB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B2DE5-7E25-426D-A6A6-1ADC5AA2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B0117-C8E2-4370-A77F-0ACDB61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D0561-BF25-41C8-BC83-19F2F575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E87AF-47E5-4C17-997E-67F94D46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72298-559F-4529-8C6A-DCB99DE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04CF3-1EEC-4748-A153-00D909CA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C03A40-C500-4D63-924C-B7EBA91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4451F-A185-4B2D-A6C0-C9EC520C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9A20FC-2673-48AF-8A15-1A6E1078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A31D4-1C1A-490A-8C7E-47E0562D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0BC15F-CEF4-4C19-80E4-82FDAA05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ACE2A-646D-4987-BB90-55FD854D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239EF5-2388-4778-961D-4AB9194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762025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2026-09-21T12:59:47.5380000Z</dcterms:created>
  <dcterms:modified xsi:type="dcterms:W3CDTF">2026-09-21T12:59:47.5380000Z</dcterms:modified>
</coreProperties>
</file>