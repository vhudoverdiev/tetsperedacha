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5d4066f4045ed" /><Relationship Type="http://schemas.openxmlformats.org/officeDocument/2006/relationships/extended-properties" Target="/docProps/app.xml" Id="Rad1d0698669a4945" /><Relationship Type="http://schemas.openxmlformats.org/officeDocument/2006/relationships/officeDocument" Target="/ppt/presentation.xml" Id="R85a45196232b4f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ef5ffcfe4c445d"/>
  </p:sldMasterIdLst>
  <p:notesMasterIdLst>
    <p:notesMasterId xmlns:r="http://schemas.openxmlformats.org/officeDocument/2006/relationships" r:id="Rabbda86469ca476d"/>
  </p:notesMasterIdLst>
  <p:sldIdLst>
    <p:sldId xmlns:r="http://schemas.openxmlformats.org/officeDocument/2006/relationships" id="256" r:id="R4e4e15450bf5440f"/>
    <p:sldId xmlns:r="http://schemas.openxmlformats.org/officeDocument/2006/relationships" id="257" r:id="R301240e4078d4341"/>
    <p:sldId xmlns:r="http://schemas.openxmlformats.org/officeDocument/2006/relationships" id="258" r:id="R0f49121921fe424b"/>
    <p:sldId xmlns:r="http://schemas.openxmlformats.org/officeDocument/2006/relationships" id="259" r:id="R25ec69f6853144f7"/>
    <p:sldId xmlns:r="http://schemas.openxmlformats.org/officeDocument/2006/relationships" id="260" r:id="Rbbd8430d51ca48e4"/>
    <p:sldId xmlns:r="http://schemas.openxmlformats.org/officeDocument/2006/relationships" id="261" r:id="Ra8bd8f2dba3f408c"/>
    <p:sldId xmlns:r="http://schemas.openxmlformats.org/officeDocument/2006/relationships" id="262" r:id="Rea3482733894416a"/>
    <p:sldId xmlns:r="http://schemas.openxmlformats.org/officeDocument/2006/relationships" id="263" r:id="R0a19121351664224"/>
    <p:sldId xmlns:r="http://schemas.openxmlformats.org/officeDocument/2006/relationships" id="264" r:id="R8436abadb1694133"/>
    <p:sldId xmlns:r="http://schemas.openxmlformats.org/officeDocument/2006/relationships" id="265" r:id="Rae5bed0ac84d4a88"/>
    <p:sldId xmlns:r="http://schemas.openxmlformats.org/officeDocument/2006/relationships" id="266" r:id="R7aebd48338de412a"/>
    <p:sldId xmlns:r="http://schemas.openxmlformats.org/officeDocument/2006/relationships" id="267" r:id="R925579d1c2254001"/>
    <p:sldId xmlns:r="http://schemas.openxmlformats.org/officeDocument/2006/relationships" id="268" r:id="R31638a2713974347"/>
    <p:sldId xmlns:r="http://schemas.openxmlformats.org/officeDocument/2006/relationships" id="269" r:id="R4f6d6652c2f64e74"/>
    <p:sldId xmlns:r="http://schemas.openxmlformats.org/officeDocument/2006/relationships" id="270" r:id="R3f1d92c719e34574"/>
    <p:sldId xmlns:r="http://schemas.openxmlformats.org/officeDocument/2006/relationships" id="271" r:id="R60a40e46689146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1cb91a4dc4936" /><Relationship Type="http://schemas.openxmlformats.org/officeDocument/2006/relationships/slideMaster" Target="/ppt/slideMasters/slideMaster1.xml" Id="R76ef5ffcfe4c445d" /><Relationship Type="http://schemas.openxmlformats.org/officeDocument/2006/relationships/notesMaster" Target="/ppt/notesMasters/notesMaster1.xml" Id="Rabbda86469ca476d" /><Relationship Type="http://schemas.openxmlformats.org/officeDocument/2006/relationships/presProps" Target="/ppt/presProps.xml" Id="R03cb1f6cf52c4219" /><Relationship Type="http://schemas.openxmlformats.org/officeDocument/2006/relationships/tableStyles" Target="/ppt/tableStyles.xml" Id="Rf2c070832ef846dd" /><Relationship Type="http://schemas.openxmlformats.org/officeDocument/2006/relationships/slide" Target="/ppt/slides/slide1.xml" Id="R4e4e15450bf5440f" /><Relationship Type="http://schemas.openxmlformats.org/officeDocument/2006/relationships/slide" Target="/ppt/slides/slide2.xml" Id="R301240e4078d4341" /><Relationship Type="http://schemas.openxmlformats.org/officeDocument/2006/relationships/slide" Target="/ppt/slides/slide3.xml" Id="R0f49121921fe424b" /><Relationship Type="http://schemas.openxmlformats.org/officeDocument/2006/relationships/slide" Target="/ppt/slides/slide4.xml" Id="R25ec69f6853144f7" /><Relationship Type="http://schemas.openxmlformats.org/officeDocument/2006/relationships/slide" Target="/ppt/slides/slide5.xml" Id="Rbbd8430d51ca48e4" /><Relationship Type="http://schemas.openxmlformats.org/officeDocument/2006/relationships/slide" Target="/ppt/slides/slide6.xml" Id="Ra8bd8f2dba3f408c" /><Relationship Type="http://schemas.openxmlformats.org/officeDocument/2006/relationships/slide" Target="/ppt/slides/slide7.xml" Id="Rea3482733894416a" /><Relationship Type="http://schemas.openxmlformats.org/officeDocument/2006/relationships/slide" Target="/ppt/slides/slide8.xml" Id="R0a19121351664224" /><Relationship Type="http://schemas.openxmlformats.org/officeDocument/2006/relationships/slide" Target="/ppt/slides/slide9.xml" Id="R8436abadb1694133" /><Relationship Type="http://schemas.openxmlformats.org/officeDocument/2006/relationships/slide" Target="/ppt/slides/slide10.xml" Id="Rae5bed0ac84d4a88" /><Relationship Type="http://schemas.openxmlformats.org/officeDocument/2006/relationships/slide" Target="/ppt/slides/slide11.xml" Id="R7aebd48338de412a" /><Relationship Type="http://schemas.openxmlformats.org/officeDocument/2006/relationships/slide" Target="/ppt/slides/slide12.xml" Id="R925579d1c2254001" /><Relationship Type="http://schemas.openxmlformats.org/officeDocument/2006/relationships/slide" Target="/ppt/slides/slide13.xml" Id="R31638a2713974347" /><Relationship Type="http://schemas.openxmlformats.org/officeDocument/2006/relationships/slide" Target="/ppt/slides/slide14.xml" Id="R4f6d6652c2f64e74" /><Relationship Type="http://schemas.openxmlformats.org/officeDocument/2006/relationships/slide" Target="/ppt/slides/slide15.xml" Id="R3f1d92c719e34574" /><Relationship Type="http://schemas.openxmlformats.org/officeDocument/2006/relationships/slide" Target="/ppt/slides/slide16.xml" Id="R60a40e46689146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78804d93d74d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d9ef7b74643f6" /><Relationship Type="http://schemas.openxmlformats.org/officeDocument/2006/relationships/notesMaster" Target="/ppt/notesMasters/notesMaster1.xml" Id="Rfe1cc3bb954a4e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2dbb6b2bf64c42" /><Relationship Type="http://schemas.openxmlformats.org/officeDocument/2006/relationships/notesMaster" Target="/ppt/notesMasters/notesMaster1.xml" Id="R0ad049f7570542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dd755e52b4794" /><Relationship Type="http://schemas.openxmlformats.org/officeDocument/2006/relationships/notesMaster" Target="/ppt/notesMasters/notesMaster1.xml" Id="R4a7537ea5ec2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a8cdc96edd42ee" /><Relationship Type="http://schemas.openxmlformats.org/officeDocument/2006/relationships/notesMaster" Target="/ppt/notesMasters/notesMaster1.xml" Id="Raea09ecc4fa641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00d809493e4baa" /><Relationship Type="http://schemas.openxmlformats.org/officeDocument/2006/relationships/notesMaster" Target="/ppt/notesMasters/notesMaster1.xml" Id="Rc7b185ec0b164c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26cb83288a4b41" /><Relationship Type="http://schemas.openxmlformats.org/officeDocument/2006/relationships/notesMaster" Target="/ppt/notesMasters/notesMaster1.xml" Id="R5a9db1886e874b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cef7b5bc1947f7" /><Relationship Type="http://schemas.openxmlformats.org/officeDocument/2006/relationships/notesMaster" Target="/ppt/notesMasters/notesMaster1.xml" Id="R5e3f9a8c2496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164642704b4ccb" /><Relationship Type="http://schemas.openxmlformats.org/officeDocument/2006/relationships/notesMaster" Target="/ppt/notesMasters/notesMaster1.xml" Id="R0b420ae29eff43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1a1b7efc3f4799" /><Relationship Type="http://schemas.openxmlformats.org/officeDocument/2006/relationships/notesMaster" Target="/ppt/notesMasters/notesMaster1.xml" Id="R7d5f7d8b6d674b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0ff1ba686349b5" /><Relationship Type="http://schemas.openxmlformats.org/officeDocument/2006/relationships/notesMaster" Target="/ppt/notesMasters/notesMaster1.xml" Id="R416176e086ea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40f60eaee04467" /><Relationship Type="http://schemas.openxmlformats.org/officeDocument/2006/relationships/notesMaster" Target="/ppt/notesMasters/notesMaster1.xml" Id="R9aa79bb29bbb44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fa16cea7644f9a" /><Relationship Type="http://schemas.openxmlformats.org/officeDocument/2006/relationships/notesMaster" Target="/ppt/notesMasters/notesMaster1.xml" Id="R529b3cd801ee40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9023fdf0694992" /><Relationship Type="http://schemas.openxmlformats.org/officeDocument/2006/relationships/notesMaster" Target="/ppt/notesMasters/notesMaster1.xml" Id="Rb63c94e92eed4d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075e48aa9b48b4" /><Relationship Type="http://schemas.openxmlformats.org/officeDocument/2006/relationships/notesMaster" Target="/ppt/notesMasters/notesMaster1.xml" Id="Rfe158d0c82e143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85f4cb36f94547" /><Relationship Type="http://schemas.openxmlformats.org/officeDocument/2006/relationships/notesMaster" Target="/ppt/notesMasters/notesMaster1.xml" Id="R6bb36d5e2fbb42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06301f59e314cdc" /><Relationship Type="http://schemas.openxmlformats.org/officeDocument/2006/relationships/notesMaster" Target="/ppt/notesMasters/notesMaster1.xml" Id="R6fa51ade42894e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 инструкции. Использован только логотип из app/static/brand-logo.png.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Страница 2 содержит все функции, которые далее показываются в инструкции.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автоматически.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Кнопка ПО при повторном осмотре.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Добавление замечаний вручную.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Генерация АВР.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Претензии подрядчикам.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Выдача задач сотрудникам.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Квартиры.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Отчет.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Расход материалов.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Замеры.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Почта и телефон.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Подключение 2FA.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Смена пароля.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Excel выгрузка. Слайд содержит конкретные действия пользователя в CRM.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8654f2b1348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f965e3b3d64ed3" /><Relationship Type="http://schemas.openxmlformats.org/officeDocument/2006/relationships/slideLayout" Target="/ppt/slideLayouts/slideLayout1.xml" Id="Radd77e75de7f40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d77e75de7f40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da6eed9984543" /><Relationship Type="http://schemas.openxmlformats.org/officeDocument/2006/relationships/image" Target="/ppt/media/image.png" Id="R9c2a4b8252614bb0" /><Relationship Type="http://schemas.openxmlformats.org/officeDocument/2006/relationships/image" Target="/ppt/media/image2.png" Id="Rb1e07f847dbf4f2d" /><Relationship Type="http://schemas.openxmlformats.org/officeDocument/2006/relationships/notesSlide" Target="/ppt/notesSlides/notesSlide1.xml" Id="R807761479c3740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146886be24900" /><Relationship Type="http://schemas.openxmlformats.org/officeDocument/2006/relationships/image" Target="/ppt/media/image3.png" Id="R7ae0bdb26c32417b" /><Relationship Type="http://schemas.openxmlformats.org/officeDocument/2006/relationships/notesSlide" Target="/ppt/notesSlides/notesSlide2.xml" Id="Rd54d0415fe2c4e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efc7c06f4de0" /><Relationship Type="http://schemas.openxmlformats.org/officeDocument/2006/relationships/image" Target="/ppt/media/image4.png" Id="R4d4db92b36b54ff3" /><Relationship Type="http://schemas.openxmlformats.org/officeDocument/2006/relationships/notesSlide" Target="/ppt/notesSlides/notesSlide3.xml" Id="R07cbaa6fa545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05ae4228f40e8" /><Relationship Type="http://schemas.openxmlformats.org/officeDocument/2006/relationships/image" Target="/ppt/media/image5.png" Id="R777be8727c4e43b3" /><Relationship Type="http://schemas.openxmlformats.org/officeDocument/2006/relationships/notesSlide" Target="/ppt/notesSlides/notesSlide4.xml" Id="Rbb5a95f5f9d64d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e6da33eb74326" /><Relationship Type="http://schemas.openxmlformats.org/officeDocument/2006/relationships/image" Target="/ppt/media/image6.png" Id="R6786643f86f54f9d" /><Relationship Type="http://schemas.openxmlformats.org/officeDocument/2006/relationships/notesSlide" Target="/ppt/notesSlides/notesSlide5.xml" Id="R5802beb5fe3f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cb39c51b84bd2" /><Relationship Type="http://schemas.openxmlformats.org/officeDocument/2006/relationships/image" Target="/ppt/media/image7.png" Id="Rc219be08626046ca" /><Relationship Type="http://schemas.openxmlformats.org/officeDocument/2006/relationships/notesSlide" Target="/ppt/notesSlides/notesSlide6.xml" Id="Re61e618681c84a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fb43404c94d08" /><Relationship Type="http://schemas.openxmlformats.org/officeDocument/2006/relationships/image" Target="/ppt/media/image8.png" Id="Rba684ef732d94480" /><Relationship Type="http://schemas.openxmlformats.org/officeDocument/2006/relationships/notesSlide" Target="/ppt/notesSlides/notesSlide7.xml" Id="Rfa87103ece44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9a40541c2414f" /><Relationship Type="http://schemas.openxmlformats.org/officeDocument/2006/relationships/image" Target="/ppt/media/image9.png" Id="R0eb022481f064f39" /><Relationship Type="http://schemas.openxmlformats.org/officeDocument/2006/relationships/notesSlide" Target="/ppt/notesSlides/notesSlide8.xml" Id="R387ccf0ed0df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4288a128b437e" /><Relationship Type="http://schemas.openxmlformats.org/officeDocument/2006/relationships/image" Target="/ppt/media/image10.png" Id="Rf18af6fc91ae4ae0" /><Relationship Type="http://schemas.openxmlformats.org/officeDocument/2006/relationships/notesSlide" Target="/ppt/notesSlides/notesSlide9.xml" Id="R139fb1cdc49d4d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67d863ac44769" /><Relationship Type="http://schemas.openxmlformats.org/officeDocument/2006/relationships/image" Target="/ppt/media/image11.png" Id="R578c0d00ed3d47a3" /><Relationship Type="http://schemas.openxmlformats.org/officeDocument/2006/relationships/notesSlide" Target="/ppt/notesSlides/notesSlide10.xml" Id="R63a714a6658c49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da272e8774f53" /><Relationship Type="http://schemas.openxmlformats.org/officeDocument/2006/relationships/image" Target="/ppt/media/image12.png" Id="R839288074aac497d" /><Relationship Type="http://schemas.openxmlformats.org/officeDocument/2006/relationships/notesSlide" Target="/ppt/notesSlides/notesSlide11.xml" Id="Rbb3e16f0b80e42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8846a03a45ef" /><Relationship Type="http://schemas.openxmlformats.org/officeDocument/2006/relationships/image" Target="/ppt/media/image13.png" Id="Ra4b785ca7e9b4088" /><Relationship Type="http://schemas.openxmlformats.org/officeDocument/2006/relationships/notesSlide" Target="/ppt/notesSlides/notesSlide12.xml" Id="Reaf5ad80a99b44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42a5ce65c40ac" /><Relationship Type="http://schemas.openxmlformats.org/officeDocument/2006/relationships/image" Target="/ppt/media/image14.png" Id="Ra4d1798feb934cc7" /><Relationship Type="http://schemas.openxmlformats.org/officeDocument/2006/relationships/notesSlide" Target="/ppt/notesSlides/notesSlide13.xml" Id="R0e6927b822e14a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92391bb2245c8" /><Relationship Type="http://schemas.openxmlformats.org/officeDocument/2006/relationships/image" Target="/ppt/media/image15.png" Id="R103c40cad9b240ec" /><Relationship Type="http://schemas.openxmlformats.org/officeDocument/2006/relationships/notesSlide" Target="/ppt/notesSlides/notesSlide14.xml" Id="Rdae99747a70c49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569d27a6b4fe3" /><Relationship Type="http://schemas.openxmlformats.org/officeDocument/2006/relationships/image" Target="/ppt/media/image16.png" Id="Rc51ccaf566f7427c" /><Relationship Type="http://schemas.openxmlformats.org/officeDocument/2006/relationships/notesSlide" Target="/ppt/notesSlides/notesSlide15.xml" Id="R750f1d2298c24f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f2a56da694b04" /><Relationship Type="http://schemas.openxmlformats.org/officeDocument/2006/relationships/image" Target="/ppt/media/image17.png" Id="Rc58447d9eafc498f" /><Relationship Type="http://schemas.openxmlformats.org/officeDocument/2006/relationships/notesSlide" Target="/ppt/notesSlides/notesSlide16.xml" Id="R15d8ffcf9ec048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a4b8252614bb0"/>
          <a:stretch xmlns:a="http://schemas.openxmlformats.org/drawingml/2006/main"/>
        </p:blipFill>
        <p:spPr>
          <a:xfrm xmlns:a="http://schemas.openxmlformats.org/drawingml/2006/main">
            <a:off x="533400" y="5143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22E34-D3AE-4750-BA82-4CA5A44B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0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CRM Передача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BB207-1294-4B1D-8EE3-B8A95102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Инструкция</a:t>
            </a:r>
          </a:p>
          <a:p xmlns:a="http://schemas.openxmlformats.org/drawingml/2006/main">
            <a:pPr>
              <a:defRPr sz="33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 работе в CRM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152E4-6FE1-4224-A603-EE2657C0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Пошаговая памятка: куда зайти, что нажать и как проверить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CE48F-A91F-418F-A648-828A4B5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7622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ED321"/>
          </a:solidFill>
          <a:ln xmlns:a="http://schemas.openxmlformats.org/drawingml/2006/main" w="11430">
            <a:solidFill>
              <a:srgbClr val="7ED32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D9057-F6BB-4D25-9B65-5F035116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сотрудников передачи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03021-4DDC-4DAB-B15E-163CE00F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07f847dbf4f2d"/>
          <a:stretch xmlns:a="http://schemas.openxmlformats.org/drawingml/2006/main"/>
        </p:blipFill>
        <p:spPr>
          <a:xfrm xmlns:a="http://schemas.openxmlformats.org/drawingml/2006/main">
            <a:off x="8810625" y="226695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6C3C2-A45B-4EFB-B797-AC4F773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6300"/>
            <a:ext cx="22669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9486E-3649-4AB8-9BA8-0890D50C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291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Замечания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6DCA9-A9BA-48D1-AB46-2C57E1C1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714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D97D0-1810-48F7-9E46-D672ADE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29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Документы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E6353-07DA-4F4F-8EFE-E084C3F1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67350"/>
            <a:ext cx="2476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716BD-2E28-4F0D-8A27-910FEE15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02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Задачи и материалы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0E591-5B69-4C3A-BC9A-BEC3CB98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</p:spTree>
    <p:extLst>
      <p:ext uri="{BB962C8B-B14F-4D97-AF65-F5344CB8AC3E}">
        <p14:creationId xmlns:p14="http://schemas.microsoft.com/office/powerpoint/2010/main" val="20184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7771F4-9DFE-4DF3-9CBD-2D9C19B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3DB46-ACC6-4D90-A91D-F4DB5A36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0bdb26c32417b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FFC21-4F59-4E43-BCF7-FF78BF35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02 · 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A9ABC-32BD-45A1-A8CF-F7CE6057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Карта функций в 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F9DF1-0EA6-40BC-9E44-18B6CCC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Все функции ниже раскрыты отдельными пошаговыми слайдами.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A36F2-FC6A-454C-B694-A759592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CDCE9-973C-4860-9469-5C1FFF5D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819A6-E8EF-42FB-88C2-35D8DA2F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9DE4A-C8D8-4325-8268-EF832621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27E05-9C53-43A0-9B69-97C29963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09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Автоматическое распознавание актов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B0A03-951E-43A8-A8C4-33FEF6E7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с акта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04FBB-3C5F-4DBA-87A0-31DE42A2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Загрузка PDF и проверка строк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375C9-DA4A-446E-8DF5-D3889AA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A1B4E-4A6C-4E7B-9E52-8F84CCF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0BD80-852D-4F1F-9B35-88AC9D15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DC799-FA9C-4D50-816B-EDC4612D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Ручное добавление замечаний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AB0E7-B773-4BE9-B012-20931C1E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Замечания → Добавить вручную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72FBC-7A53-4910-BBDF-114823E2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Ввод квартиры, даты и пунктов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775A3-1AB9-4D93-B7E7-DE159943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8CF84-D563-4ACE-A71E-ABAF4A7D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321D0-0B24-470B-873D-EE3B8D96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BA5726-D887-4E01-BCBD-3016D392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33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A0C53-B6F6-44EE-8A48-1590B3A7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 форме добавления акта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3CB9F-A4D0-407F-A4DA-58ABBA7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Повторный осмотр без дублей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364E5-0C62-4AA0-B095-2BF331CE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8BB81-AB9E-4FED-94BB-7D844BE1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33B44-E77D-4C7F-82AA-6E76E53C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909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075DE2-4AB1-4754-9B30-ABC3A75C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A9B9D-DE96-439C-9113-9C34DA3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АВР → выбрать помещение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DF733-62D1-49CC-B256-6B9702A2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данным CRM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52476-1986-4749-BDDE-2B62A11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4D586-9286-40EF-847B-CA69D83D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79B6B-2862-476C-BE50-E3944919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4E4BB5-5175-4212-8C9A-1221913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C2EEC3-D4F6-4B41-A5CE-FCD4AA72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Подрядчики → раздел работ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14B8DB-E275-46F5-83FC-D996136E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Word по исполнителю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8DC11E-4DA6-4DD9-B389-2D54B5D4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4762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FD1140-6AA2-445D-B60D-0A9F37F0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9A8EAC-CFA9-4F62-B504-9273D6EA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149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68F306-0C10-4E51-ABEF-5771C3BD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B5012E-3821-4F50-8ABA-40C4EF4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959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Выдача задач → выбрать замечания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305B34-AB36-4B1D-882D-29BAA90F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864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Назначение сотруднику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CBE2B4-BA06-475F-BE2D-7F5B1E60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A64D15-A897-4676-998A-9E4097A3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 Квартиры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710B67-BF4F-45F6-95AD-7D5A5A0C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734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8FDB56-4BDC-4337-B2C7-35B34AB7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810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 Отчет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FC3346-3E4C-48F5-AF93-62DBFBEE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34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F94D63-BF79-43AB-A2C7-82242FE9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0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 Расход материалов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BC2E0E-1B14-4F49-91BE-713BE289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734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8A7553-3EB1-4E19-BF2E-8262F9DD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 Замеры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E7EFB7-CB1B-4436-B682-48FFD46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15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B2F6A8-8831-4ECD-836A-26812E73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 Почта и телефон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927BE1-410C-41B0-9059-BEB3DB64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115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C59B46-52CA-4E97-BF4E-7BF6C399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191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 Подключение 2FA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C3E694-32BC-4E73-98C4-8ED39E0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115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CD09DD-E9CA-4291-97FC-EB95C4E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91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 Смена пароля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C50719-63CD-4748-8BFF-D84641BB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61150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105853-E7BF-4D58-B283-2CA626A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1912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 Excel</a:t>
            </a:r>
          </a:p>
        </p:txBody>
      </p:sp>
    </p:spTree>
    <p:extLst>
      <p:ext uri="{BB962C8B-B14F-4D97-AF65-F5344CB8AC3E}">
        <p14:creationId xmlns:p14="http://schemas.microsoft.com/office/powerpoint/2010/main" val="67309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CC444E-5C1A-403E-82EA-1F2A3594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A8D7F-69AB-4327-8EAF-FF177A43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db92b36b54ff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74510-AEA2-4663-A30E-63F82CF2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03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02215-3316-435A-B09C-6C96DD03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автоматически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C40C5-C55E-4723-AF92-DABB546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PDF-акт распознается в CRM, но перед сохранением строки нужно проверить.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167A6-843B-490F-92EF-908CB85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445CC-3CF0-49BA-9114-3340096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2A6F6-73AC-44A9-9442-63914E9C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3D0C3-434D-4F2D-BDB2-C14636B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3D4A8-B388-45BA-8775-A0D5307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13B70-6A85-40A2-902E-1D7E7C95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Замечания, затем Добавить с акта.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BCDB9-6CD4-4035-A3DC-2CEA982F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8A826-D1E0-4902-A97C-B2BE0D6C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48D60-D688-4DFE-9EBD-F11A08F7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12D6C-254D-4B32-B806-22E266BE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Загрузите PDF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F8E7B-C7A4-43B4-B39E-31B52338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Выберите PDF и приложите акт осмотра.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41269-BCBF-4100-BE2F-16E9146D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29977-8020-4AEE-B2B6-9A29151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36DE3-4CC1-4BE4-8FC6-E9D8D79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5FC161-60F0-4928-B02E-493EF2E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распознавание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044A4-84BD-47C8-A5B3-471A84AA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покажет квартиру, дату, пункт и текст каждой строки.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4C39C-3D1C-404F-A0BE-6EE552E8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7E081-03C4-437C-AF5E-E54264DC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7FB87-B421-401A-8F0C-6FA51126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3CCC6-DCE5-49BE-B586-52BE0548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Снимите лишние галочки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949ED-C42D-44E5-A9B9-1EF947AB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строку не нужно заносить, уберите галочку Оставить.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42319-304E-4BF1-9B30-817D8D96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1F3AB8-AF00-4A05-B058-326703F3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03B8F6-4CB7-4426-A633-78FB544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1A5F6-6796-444E-B779-0C9E5EB5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6EC816-FBB0-480D-90F6-169898A1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подтверждение проверки и нажмите Сохранить.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C6B86-0435-432B-A15D-2301A77A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0BF94A-8B65-451B-B514-FF16DAD7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8AF02E-A242-4386-AA30-2673227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Строка без галочки не сохраняется, даже если в ней остался текст.</a:t>
            </a:r>
          </a:p>
        </p:txBody>
      </p:sp>
    </p:spTree>
    <p:extLst>
      <p:ext uri="{BB962C8B-B14F-4D97-AF65-F5344CB8AC3E}">
        <p14:creationId xmlns:p14="http://schemas.microsoft.com/office/powerpoint/2010/main" val="1500972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5DCF7E-0FBC-4EB1-96DA-53002508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5C91-7A1C-4CE1-B86F-116579D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be8727c4e43b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C52CD-C609-4F57-891E-F7E4DB9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04 · ПОВТОРНЫЙ ОСМОТР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9372A-8219-454E-BA91-5851CD6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Кнопка ПО при повторном осмотре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47C13-92D0-40D0-9F3B-300CC1E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 используется, когда загружается акт повторного осмотра по квартире с уже существующими замечаниями.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9EDA9-7DB0-4025-9716-090F099D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AD959-5AFF-42E6-8EF8-04575001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0346C-3D25-4337-A055-2655FC92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4E044-6ABE-4421-8C99-1D0C27D3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725A5-F42A-4881-8670-DF4A56B8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Включите ПО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4C318-73CE-4F2E-A7BA-90F2E7CA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форме акта нажмите кнопку ПО перед сохранением.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67222-3299-4281-9E07-D8705C0D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F76A-6423-4837-9A72-45EEBB54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13ACA-62F5-407A-9591-5ED5B97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1541F-1563-4B1E-B4EE-C47CECB2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новые строки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B7693-7682-4125-A020-AC08AE69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Оставьте галочки только у новых замечаний из повторного акта.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F4868-F279-4AAA-B3F1-3E6CC3ED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DD964-FC06-455F-A2C2-019B705E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A25E8-BACE-4773-9EBF-948C2027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58241-AC84-467E-8515-288FE81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23231-D27C-4C68-B556-EB407DCA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переведет старые невыполненные замечания в Выполнено.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BF8837-FE4A-4644-A673-1817493A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20E12-541E-4115-8912-26AF664B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7462A-8828-4417-9B78-C5A99470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D8BC8-17EB-4CA5-BEFD-36D95D62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дубли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D5F07-2701-41FE-9BEF-14A8B3F5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Идентичные замечания остаются как есть и не создают вторую строку.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C8D0BF-93C2-4F09-9D29-4FC521D5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F86A9F-C688-489C-96F2-3A8B004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070FD3-8C21-450E-917A-DA2DAFDD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BC9DCB-823E-44C5-87DD-9DE837CC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Если CRM предупреждает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95ED0-D2F4-4A80-A421-AD6EA1F1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Сообщение про ПО означает, что в квартире уже много замечаний.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18B0E7-EEDF-4F73-8468-171CD226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6DF6F-B2F9-48BB-AAB6-F57F526C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04EDF-F539-459A-AA72-356B9675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Старые строки закрываются, новые добавляются со статусом Не выполнено.</a:t>
            </a:r>
          </a:p>
        </p:txBody>
      </p:sp>
    </p:spTree>
    <p:extLst>
      <p:ext uri="{BB962C8B-B14F-4D97-AF65-F5344CB8AC3E}">
        <p14:creationId xmlns:p14="http://schemas.microsoft.com/office/powerpoint/2010/main" val="698294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31B78-B199-4146-8F76-1886E25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0F4A1-1257-482F-8FDD-54987AB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6643f86f54f9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31BD4-A9A0-452E-B7B5-1E02DB0C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05 · ЗАМЕЧАНИЯ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8230C-4ED5-4207-A86D-95E530E6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Добавление замечаний вручную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EE1CA-B7CE-476B-932C-ACD45875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Ручной ввод нужен, если PDF не подходит или замечание нужно добавить без акта.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B3EC9-DBBE-4522-BAED-D6935CA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51FE6-162D-47BF-A794-CC4794E6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E6EC0-0B78-47FE-B7FF-FEC5EC16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ECE7E-30EB-41C9-81E5-E500FDD3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27E07-42FC-4BB5-90D1-7C74FEF6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форму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C2290-FD43-4417-8973-9ECBE521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Зайдите в Замечания и нажмите Добавить вручную.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A18B6-70CF-4EB4-84AF-5818545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77162-DD70-4871-AFEF-D511E071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6EB8D-0E89-4273-B349-D079E94D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ABDAD-0F78-48D1-92B8-997D772E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BFD33-A352-405B-9BC5-7E98620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квартиру или коммерцию, затем дату осмотра.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78194-CA89-4F37-9BBC-3E699EA1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B11CD-DA9A-4ECC-B207-20E132F9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3F1AB-3DC1-4CA4-9F05-5CE5CAAA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FAE10-0C19-498F-BE6B-C848E49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пункт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70651-AE54-489F-896B-519D7478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каждой строке выберите пункт от 10 и выше.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4E6CD-A9B6-4EE0-B2A0-6CC5D48A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28391-AD1C-4943-9BB7-BA8E7F84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33450-BBE3-426D-85F5-CCA869C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E328F-4723-44D2-B733-1016A076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текст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11986-D0EC-4A3B-A420-A8775DF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Запишите замечание в поле Замечание. Можно добавить несколько строк.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9B1E4-A46C-484E-92AC-DE5D6A68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A6290-FEE8-4D3F-B08C-06915F92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99581E-F95A-41D4-95ED-13CEC337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6B3B8-10B5-424D-9151-2D4E2B4F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F1C425-52AE-47D4-970E-31EFE575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галочки, при повторном осмотре включите ПО.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709B8-77D2-4253-AB52-B31BB4C5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57A449-2078-49A1-81E2-9E8E15B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Защита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35147B-7DD2-40D5-A51A-DAD0113B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квартире уже есть замечания и добавляется несколько пунктов, CRM просит поставить ПО.</a:t>
            </a:r>
          </a:p>
        </p:txBody>
      </p:sp>
    </p:spTree>
    <p:extLst>
      <p:ext uri="{BB962C8B-B14F-4D97-AF65-F5344CB8AC3E}">
        <p14:creationId xmlns:p14="http://schemas.microsoft.com/office/powerpoint/2010/main" val="2045534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B7B52C-EA50-472E-8D85-C2944383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E02F0-FA92-48A0-BC08-B4B8DCE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9be08626046ca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EAE2B-E3AB-419C-B2FA-B273FB30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06 · АВР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CBB7C-E4A8-465D-8BF8-93CD48DC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Генерация АВР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21B26-493F-48CD-9EEE-1C98A81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АВР формируется по данным квартиры и замечаниям, которые уже есть в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FA7A6-E07F-44EE-848D-D0FB0506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87E4D-BBC0-4F86-945F-9AA14526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4A33-DFAF-4ED1-85A1-240BE050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5B07A-A706-449B-BAA2-3D0786D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8EEF3-179B-4C37-8496-B0A4705C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378E5-658B-4193-99F9-210D0FE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АВР.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C0EC0-3E3D-437D-AB2E-4BBE9E51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566B4-57A4-4904-9146-6D1AA565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EC955-26DB-4AD7-92B4-5C7C542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3D6EC-3B42-440A-BB59-638A546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CF2A43-E86D-4A1B-998A-C34A4BB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Найдите квартиру или коммерцию через поиск.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0BE5D-F238-44BA-90DF-518DECD3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C6CCE-C42C-4AFE-AAA9-26EF0B4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E37C0-9D4A-4797-8C58-68445D8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03AB9-FB45-4C9F-99B7-D1749EF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F83AC2-5E35-43FA-ACEE-C5872AE8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собственника, телефон, дату и список замечаний.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5B0F7-08B2-480B-B704-2BF7F895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E817A-C579-43F1-BEF3-C4233AD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B6FE2-F77D-4BA9-8A09-042BB238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96C3B4-D69B-48E2-BEB0-9E39C63F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Сформировать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3B8D0-EFF3-4242-B614-932B3590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CRM подготовит документ Word.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8FE7F-3778-4AC5-AD13-F7065F9C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ED99C-DC88-4850-BD0F-5523F2EA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5DC5F-0A42-4F32-930C-1B283C8D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39239-4894-418B-84E6-711FE7D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Скачайте файл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7F725-1178-47AA-8080-40E5AC8E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Откройте Word и проверьте реквизиты перед отправкой.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DC9040-44CB-4189-9CA3-699DB20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315022-9FF3-4830-ABC8-B8FA8E49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Перед созданием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474DB8-FE00-447D-BB9C-D0E0A59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данных собственника нет, заполните карточку помещения.</a:t>
            </a:r>
          </a:p>
        </p:txBody>
      </p:sp>
    </p:spTree>
    <p:extLst>
      <p:ext uri="{BB962C8B-B14F-4D97-AF65-F5344CB8AC3E}">
        <p14:creationId xmlns:p14="http://schemas.microsoft.com/office/powerpoint/2010/main" val="89410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073EA6-1BBC-48B9-9A70-7E27E1DA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AC74A-1287-4771-8996-EB7597B5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84ef732d9448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7A4845-920D-4685-AA08-9E3EC9D4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07 · ПОДРЯДЧИКИ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31278-F43B-4D0B-8927-F374C345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Претензии подрядчикам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6239F-0A6E-4E8D-AA23-C62B4EB2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Претензия создается по выбранному подрядчику и его невыполненным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8D9B1-5479-4319-A9C6-510A0389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50A0E-D937-4ED7-9218-00BEBD3D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E2200-BA13-4A51-B3FE-E475C093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DC7F4-09C8-4419-B8AD-EE122B63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B0375-8EE0-4D59-8A27-EEBBDE9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Подрядчики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F4672-5BDC-43ED-84F7-D43174E0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Перейдите в Подрядчики и выберите нужный раздел работ.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6A39B-00E9-4DC3-80BD-439BC92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5D751-715C-4760-86A1-661EB38F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2D82-593E-4CF8-A284-51C3645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CA3B5-1DF5-4447-84AA-112D5588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C461B-38B3-482C-A3A9-E3A48DC7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Фильтруйте замечания по пункту и статусу.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99989-31AF-4315-9D4D-BE93C3C2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4BFD5-74C4-467A-B12E-82F4EF2F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700D6-1AA2-4F69-A822-A3909F0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2D477-C54F-4D39-9C75-613F3F0D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подрядчика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5F87D-6A0A-4A76-8A3E-9122F5BC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подрядчика должны быть почта и телефон.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B8BCF-9DD8-4562-8902-78118614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E12E3-E44F-4603-81D4-74D772B5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AEBF6-CB47-49C0-B1FE-AB4BFC85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09CE7-BF8A-4E7F-A851-85B4F7DB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претензию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812A49-3C1C-4C28-BAFA-094EBAE8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Сформируйте Word по выбранным замечаниям.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3DB13-8133-470D-B111-5BCE6E27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929C9-AA02-43B0-BC28-4BD13519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7AC6B-00D0-464D-9197-AFAAD410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C5DA8-4B0C-49D0-9138-4CCAF23C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исполнителя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FD01C2-06C5-4BAF-A2CF-A58B4E7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 не Передача(Офис), CRM подставит данные аккаунта Передача(Офис).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A4E836-EF14-46CC-B033-3E9CDF81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151961-474B-4C5E-9026-9500F793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A4EDE7-10B2-476E-AAF4-9587A73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26 называется Отступное (ТМЦ). Доп. соглашение не должно появляться как пункт 47.</a:t>
            </a:r>
          </a:p>
        </p:txBody>
      </p:sp>
    </p:spTree>
    <p:extLst>
      <p:ext uri="{BB962C8B-B14F-4D97-AF65-F5344CB8AC3E}">
        <p14:creationId xmlns:p14="http://schemas.microsoft.com/office/powerpoint/2010/main" val="1264900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484A7E-29F5-48EA-9A20-3D8A0CE4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0C4F8-9BAA-47E2-9A27-C13C2D9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022481f064f39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74E72-00EC-49A5-8BA2-858F387A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08 · ЗАДАЧИ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447A6-7991-4414-BB97-A06D4806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Выдача задач сотрудникам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86D29-39B4-41DE-BB48-6E2FF419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нужен, чтобы передать конкретные замечания в работу исполнителю.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34903-4BCA-4088-BD05-E099CCD6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95AA8-ADE5-43E8-8B11-79971C0D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4C93E-5351-4B57-86B9-88C32E01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7DBFF-52C7-4A91-857A-85ABDCB1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2E704-5518-4B74-8C4C-99B472C1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EFD61-4B86-4881-B7C9-1CC109BE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Выдача задач.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8FCD7-1C15-40BE-B367-0D7531A4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2AFFB-6262-4B14-B38F-26581D32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9F3EB-6ACF-4FA4-B4F8-3F22BB8F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75FFC6-1395-468A-8D21-11976B19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Отфильтруйте список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7CF70-FB97-4EDF-AA9B-D93E1CB0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квартиру, пункт, статус или исполнителя.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C5DCAD-C18E-4834-B154-4BE609D1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23E5E-8219-401F-A99C-D2EFB27F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353A3-88DD-496D-AFF3-AAD177C7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31FA0-4A24-475F-8606-4F63CC46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Отметьте замечания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4AF740-BB12-46B4-B7C0-78A1A3E1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Поставьте галочки у строк, которые нужно выдать.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59527-578D-419A-A392-1CA3F892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0229B-8372-4075-81D1-02229E9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5E3086-033F-4095-B7BA-3BF58FC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15FB9-B4FB-4C80-AF1A-0F1DA1ED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сотрудника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F3842-9550-4DE0-A974-5D88D10D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Укажите исполнителя и дату выдачи.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F7599-035F-4273-BDFC-26869CB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64EE8-C28D-4ED5-B961-712E0984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302CED-E2C0-48DB-95E5-00EB76F3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546066-0CB5-4F88-B283-1036D7B9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выдачу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D0B8EF-A1B3-4531-9532-8695E7A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задачи появятся у сотрудника в его списке.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2DF8F1-232A-4F84-81F3-614D066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EF314-E3CA-41EA-84AA-DD9FBF4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D1C47-AB1B-4995-99FC-748A67A2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Выдавайте только актуальные невыполненные замечания.</a:t>
            </a:r>
          </a:p>
        </p:txBody>
      </p:sp>
    </p:spTree>
    <p:extLst>
      <p:ext uri="{BB962C8B-B14F-4D97-AF65-F5344CB8AC3E}">
        <p14:creationId xmlns:p14="http://schemas.microsoft.com/office/powerpoint/2010/main" val="1067412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7A0539-5DC1-49BC-8CFE-52665C7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097CA-5D55-47A8-B690-3E2C6C80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af6fc91ae4ae0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ACC88-2BB9-4752-8F90-9CA3538E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09 · КВАРТИРЫ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7093B-74CF-4EC7-88DE-1F8D5C58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Квартиры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3FB04-6D9F-47A6-838F-BDB3756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Раздел показывает помещения, готовность, статусы осмотра, АВР и комментарии.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67A47-AD99-49E6-83AF-DFDD0FB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9B04A-623F-40E2-8202-78E5B465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BEA74-E719-41A1-8C70-5334F1CC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9A855-0780-4290-932D-51F3FCA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4F026-5584-4E76-927F-FE4DEB0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AF2A2-A31D-49AF-AC19-C852BE20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Квартиры.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74B40-8CAC-40E3-B474-E750CA81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D7760-F257-420D-9902-37C89BB7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5183C-7BAC-4104-88F9-716729B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3F51B-FB87-484C-A4A6-20352CC6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помещение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4E9CE-16BD-4549-93EB-723C9DDB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номер квартиры или текст в поле Поиск.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AA7C2-1BEA-47F6-AB3C-5978D66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6EB63-ABCA-486F-9825-ED374A9E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855CF-3BA2-460A-BFAF-F0037B80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E13F4-609F-4B74-B3F3-48EAC7F0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Примените фильтры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1B20B-1958-4F2F-B9AF-7BA4D81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Осмотр, АПП, АВР, внутренний статус и отделку.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70FA4D-D834-412B-9488-82FE50FD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C5BFF-A228-4BB3-BCE4-C99071D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77B61-0B1A-4B97-9917-7F7749F7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A39C8-9D27-4084-9844-2BD97F7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карточку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71156-D5B1-4278-9E55-E22D5BC4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на нужную карточку квартиры или коммерции.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AFDCC-C3E7-4489-B332-39D140E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41D51-F030-47C4-BF3E-0841998A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D5DE9-A57F-4F87-BA3B-10773B87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DC83B4-32CE-46B8-89BC-07F79042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данные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421EA6-CE36-4CFE-B078-BEEB1EC8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карточке смотрите замечания, комментарии, историю, готовность и статусы.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42832-7B4F-4E60-94B2-764DC89D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088C2C-8D68-467F-A51E-727F3564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Подсказка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4ECFD9-8BF9-40A7-A631-F22F5CC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Желтые карточки обозначают непроданные помещения. Для них строка осмотра не нужна.</a:t>
            </a:r>
          </a:p>
        </p:txBody>
      </p:sp>
    </p:spTree>
    <p:extLst>
      <p:ext uri="{BB962C8B-B14F-4D97-AF65-F5344CB8AC3E}">
        <p14:creationId xmlns:p14="http://schemas.microsoft.com/office/powerpoint/2010/main" val="1579747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188D9-0F77-49E5-B473-FE7684D8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21FF3-8ACE-43C9-9266-1FD94D9F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c0d00ed3d47a3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F80BA-4478-41D8-84DD-A1AF4306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10 · ОТЧЕТ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A52BB-270C-4739-9536-C0C671FD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Отчет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4BF83-6E2E-4C9F-B07B-AE79ABFD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Отчет нужен для контроля готовности объекта, статусов и общего количества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6E290-81E8-409C-8974-48787308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C6EE3-B3BD-4FAF-9EC9-7B5A83A4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DFE66-D793-4408-9AA6-5AB74CC2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6A8AE-55E4-482A-8E1B-0694AA1C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D77936-7688-4C60-8AC3-039FDC52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Отчет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208F0-1C21-4006-B8CE-FF5A5443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Отчет.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E0793-C72D-4C44-88DC-78977FAB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5F3CA3-5CB8-4421-B9B3-7C23491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A1421-5932-498F-8032-F30B1072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E25E4-1F4D-4643-9B1A-4687E9A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сводку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F913E-A573-43A3-8B5F-B4746CD9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Посмотрите количество помещений, замечаний и готовность по объекту.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6B0F5-D50A-4067-B1F6-E5310C4D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F58A7-6108-4E9A-9D27-FB29D6B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06479-C3E2-4398-8FC1-7F7DF587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3FAE8-79D8-4252-BC11-32C1D743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96F718-14A8-42D3-8E21-4A81F039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Выберите нужный статус, отделку или другую доступную группировку.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60EFA-A074-463B-90DE-CBB9A56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DB92A-4EF9-48BC-91D2-1DBF32B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A9411-D9DF-4106-9985-B4FC1752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8DE8A-FA39-4F6B-A96D-61564B9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Сравните показатели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825FB-DE87-4A6F-BAFC-A8538351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Проверьте выполненные и оставшиеся работы перед выгрузкой или планеркой.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43FA19-E34C-4722-A8B4-1C3F0818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7ACF2A-8F66-41B6-819B-C0A59CFE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32532-418D-477E-B67E-C65ED8BF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AE594-9FEC-46EB-896C-83751733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детали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765DAA-419F-4E00-B7DA-785E01D6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Переходите из отчета в нужный раздел, если нужно проверить конкретную строку.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E86586-4901-47FF-BAB5-49DA00AF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9F419A-5DE2-4C52-82AA-E9923A29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D3D6B9-A316-44F8-94FD-6ABB857C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цифры в отчете не совпадают с карточками, сначала проверьте фильтры и выбранный объект.</a:t>
            </a:r>
          </a:p>
        </p:txBody>
      </p:sp>
    </p:spTree>
    <p:extLst>
      <p:ext uri="{BB962C8B-B14F-4D97-AF65-F5344CB8AC3E}">
        <p14:creationId xmlns:p14="http://schemas.microsoft.com/office/powerpoint/2010/main" val="13619252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EFE3E2-BEC6-47E5-898B-95197ACC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36F05-A69D-4CE9-99EC-0C29417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288074aac497d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6CE0A-4205-4DA0-87C0-60284E0D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11 ·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9B42C-F226-4A73-BE75-01EECF58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Расход материалов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A1C27-952B-4DC8-A8A2-E8B70CA1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Материалы списываются на конкретную работу, чтобы сохранить историю расхода.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061A6-8E23-415A-9E72-A4DB7BB0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92C91-2B46-4CEA-B386-21E9C284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3F89E-F5AE-4078-BE6C-D99CF35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1989F-8E79-45D6-80ED-C866B8C4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4A830-C8D9-4F90-9D40-F291DFB3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раздел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A1D56-71D1-457D-965C-9CBF129F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Расход материалов.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635C6-4E4E-400D-B825-D32AF914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FAEEC-C42B-47AF-8C76-111D9382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F407C-7132-460A-AE21-EB659F77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74B4F-2C3B-4BA0-8ABB-5CF72CF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запись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AE4DF-E473-49D3-9960-6AC503C2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добавление расхода и выберите квартиру или коммерцию.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027AA-8E44-4BB3-8384-F7AB42E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80AA7-CC5B-4BDC-B027-45295F31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CE3D1-9FA8-4CF4-9039-30551E79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13217-C809-4EA4-BAB5-44A6838A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Выберите работу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BFC59-B66F-4002-8CE2-656BB6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Привяжите материал к конкретному замечанию или пункту работ.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EF4C4-3C00-4707-BFAE-804C9A5D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D0310-C6CC-4277-8241-EDE873EC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9A660-178C-4D05-B380-0720D27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42616-6448-47C4-87DE-4787AEF5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Укажите материал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D3D2D-C28A-4F92-911F-DE5EB3CA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Заполните наименование, единицу измерения и количество.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4A695A-EC7E-451D-8846-E2FB97E9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DF0E3-04D1-489F-8D81-0158F384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4E815-F31E-4D03-A917-3FCA271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A5666A-0098-47A6-918D-E2BAF85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расход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AE40A1-22D9-43EE-8247-B2C66A38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сохранения проверьте запись в списке и истории помещения.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74BD8-4ADF-47CB-B910-27786F3C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C98C5-41B0-417B-B275-6C0E9A3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A803CF-4018-422F-A809-73D7F24E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Не списывайте материал без привязки к работе: потом сложно проверить расход.</a:t>
            </a:r>
          </a:p>
        </p:txBody>
      </p:sp>
    </p:spTree>
    <p:extLst>
      <p:ext uri="{BB962C8B-B14F-4D97-AF65-F5344CB8AC3E}">
        <p14:creationId xmlns:p14="http://schemas.microsoft.com/office/powerpoint/2010/main" val="5177014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91791F-E1D6-44E7-A718-EBC5630B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FEE2E-AC6A-47B2-AD8E-1FCD76AA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785ca7e9b4088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B6C5E-0C66-4D90-9CDD-F54A554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12 · ЗАМЕРЫ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41CC-8F74-4414-A18C-DDD59FD9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Замеры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7ED93-4DE3-495B-8A10-4ED53C8C7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Замеры помогают отдельно контролировать задачи по стеклу и связанным работам.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F2FC6-C805-48D3-9CB7-7659B53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9CE8C-DA7E-4B9B-B192-B98BEC12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CF9CF-BD91-4DE1-BBCB-85209A9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2EC48-FFF5-4DB4-8A9E-8D4FA021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CE568-ABB1-4A26-8FE3-3C19B8B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Замеры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5E08F-A3FA-4848-8976-D0DC1F61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левом меню нажмите Замеры.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ADBF7-BE3F-4EB9-A72F-1646AD66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AFE41-D8E8-4103-8949-FCD7467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914D2-E146-4FED-8F5A-BCDA1E5F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D0F57-BF8A-4CE9-BE80-65E2D65F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Создайте задачу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2BB80-8DCF-4A9B-8DB1-176C9D8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Добавить задачу, выберите помещение и заполните текст.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639D8-B854-485F-B5BD-76ECBDFA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457093-04B1-4B0C-9A8B-F079CE8D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CB2EF-B41A-45B0-9969-7B286AE0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6A6FC-2605-4443-A484-F360880D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Работайте со списком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853CB-C003-49DE-AEA0-26699AE0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Сначала отображаются невыполненные задачи, выполненные уходят в конец.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C957A5-6ECF-4C76-8842-DDFB830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2DA21-02F2-4853-8E41-C8516551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A73A94-1D22-487A-805E-0A12A0A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5B74C-01A8-4026-A4F8-EDF81A6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Меняйте статус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62C8EC-5B04-4DA7-8FE2-7460406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выполнения отметьте задачу как выполненную или заказанную.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51518-52A0-42AB-8CA3-DA63A8CB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D2DAE9-AAA6-413C-83C8-4BCF117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0D0DD-419B-438E-936C-12B965D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132BD-957B-4EAA-9C79-543CBDF8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Проверяйте карточку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E0BCCC-B883-4078-BC26-5D63FBB9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Открывайте карточку задачи, если нужен текст, история или действие.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AABE9F-E5DE-4386-A332-A96141C1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32A63A-90DF-4BD8-9955-C5F5193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Порядок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BC5B8-BC6E-4DE6-A658-3FB45BD0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выполненная строка выше невыполненной, проверьте фильтр, статус и текущую страницу.</a:t>
            </a:r>
          </a:p>
        </p:txBody>
      </p:sp>
    </p:spTree>
    <p:extLst>
      <p:ext uri="{BB962C8B-B14F-4D97-AF65-F5344CB8AC3E}">
        <p14:creationId xmlns:p14="http://schemas.microsoft.com/office/powerpoint/2010/main" val="1759193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D85D29-EDF5-40AC-BF88-19B39DFE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F91D0-EBD9-4E8E-9FB1-2B1BAB0A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1798feb934cc7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ADDD9-4137-45A4-88EA-65DD998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13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9C791-15A7-41F2-9A52-611D8F14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Почта и телефон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C4150-CD49-4290-BE06-A096A961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Почта и номер телефона нужны для профиля и документов, которые CRM формирует по пользователю.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D13F8-B77D-40FD-9235-CE8A18E5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E26E9-A487-4725-9882-8B6E0A99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40F05-0D27-4383-80A6-A16CFEA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0BDCA-FED9-4402-8658-71F6C66E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10B44-CEB6-4482-9B6B-FDA733E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F6B56-0C35-41FF-852A-7C05E65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01FE6-38D1-4971-AC44-984DDAB2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7BDF2-B8C7-42D5-BB81-AB50D9A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5C7D0-BF6C-4FFD-B998-08627E25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994AF-6F50-4CD7-9050-6B9B1587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Найдите блок Профиль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1F682-6E61-4339-98D5-B8E53DD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левой карточке откройте строки Email и Телефон.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F1E6D-9D6B-4BA6-B43A-B5D46D8C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E65A9-CAE6-44FC-A864-482BAB0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CEEB6-10FD-4F4C-99B5-AF8FA4C0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8C9B7-7671-42A5-9A64-2848C775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email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A7E76-298F-4C0F-BF33-37D4A023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Email укажите рабочую почту без лишних пробелов.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C93B0-EE7D-49B7-9B63-1FC2F964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A9036-FEF1-4242-9582-C6E8F3F2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BD094-E8D1-4BDB-A1D5-77E27EF2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B52C94-59AA-40F3-AD5F-3FAE2FEF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телефон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F7702-F728-4953-8C0A-7EB83C5B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строке Телефон укажите номер в рабочем формате.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91EBD-EDE5-4303-9892-DA61537A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0FB9F-4CCA-47C3-A366-9D2D48FB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AA1111-A4A4-4DC6-9152-6B60A98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C15DE0-83AE-4FC6-BFB0-1DB9C28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 данные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615F7-96E4-420F-9536-1ADD58C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Сохранить в профиле и проверьте уведомление об успешном сохранении.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9A530F-8705-4E84-9948-1FAEAFA3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19AF68-511D-40DD-9605-23657311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6A2DF-E605-4312-A813-EE4293BE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Эти контакты используются в документах, поэтому перед генерацией претензии проверьте email и телефон.</a:t>
            </a:r>
          </a:p>
        </p:txBody>
      </p:sp>
    </p:spTree>
    <p:extLst>
      <p:ext uri="{BB962C8B-B14F-4D97-AF65-F5344CB8AC3E}">
        <p14:creationId xmlns:p14="http://schemas.microsoft.com/office/powerpoint/2010/main" val="4874047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B81B72-9104-48FF-BEAF-4E64A45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B4AD5-275D-450A-8AED-AF884552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c40cad9b240e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FE830-DFA8-40DA-A732-1A730776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14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A59E5-5631-4833-8C9E-DB004A65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Подключение 2FA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242C8-CD7B-4CB7-B481-BC21F6E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Двухэтапная аутентификация защищает вход в CRM кодом из приложения.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3E1F5-BF3C-49C5-BB2E-8AF412A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8E301-7A3D-4B49-A16D-65F92C5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90C3C-6220-4575-94C0-B02A214C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25942-4148-4822-BD6F-B4620259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C50D0-7D81-44C1-AF32-92469DBF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5E085-9F31-41DA-BE6E-F7CC2A5C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3B475-7ACC-4BF7-B11D-135F00DB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0FDE1-1B8C-43FC-A0D5-F8847F0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38B01-FEF1-4D76-A502-D21928A6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E514E-ADCE-4871-AD4E-8CF195D2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Подключить 2FA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0416B-64EC-4007-88AC-01B2EB4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правом блоке Двухэтапная аутентификация.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50F19-7C0B-4FC2-84E0-54B92544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1B311-58FF-42D5-BEA3-1059ED24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DF03BF-1BD3-4D4A-ABD9-B5DC313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8A892A-FDB5-4BD3-9CE0-D545ABD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Добавьте ключ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9A596-8EDF-4023-BC64-F88F04C7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Отсканируйте QR-код в Google Authenticator, Microsoft Authenticator или 1Password.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9A150-E9C8-4B9F-965C-C3A5A5A7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5F6AF-3BA2-43AC-9615-E8A1C3C0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9BB32-C547-438D-86DD-D91F8ABF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07E99-381B-474A-9018-8E13DB14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Введите код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4941FE-080A-453C-8FC6-D28FA93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шесть цифр из приложения в поле Код из приложения.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7DB806-1235-4D2B-909C-70C045B8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763FB-EE11-4EE3-9CED-90EA9BBA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74C7AB-4AF7-450E-A337-1BDBBC8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E218C-6F7E-4B76-AA17-22B5C38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Подтвердите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E9A8B-B5C6-471D-8051-30832821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Подключить. После подключения при входе CRM запросит код.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EC8EC1-5DED-4D38-BD4D-99E0EDDD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D03C6-9B3D-4C63-8824-A97305EE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Если QR не читается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011592-F710-4D6D-B3BE-581C30C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Скопируйте ключ для ручного ввода и добавьте его в приложение-аутентификатор.</a:t>
            </a:r>
          </a:p>
        </p:txBody>
      </p:sp>
    </p:spTree>
    <p:extLst>
      <p:ext uri="{BB962C8B-B14F-4D97-AF65-F5344CB8AC3E}">
        <p14:creationId xmlns:p14="http://schemas.microsoft.com/office/powerpoint/2010/main" val="678445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3FB4C7-426D-4F2D-8243-CD29E457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C788A-4078-4721-8524-533ADE94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ccaf566f7427c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EFCD5-819A-4F72-A490-95D80E1D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15 · АККАУНТ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D1E8E-8294-477D-A073-6D23BBD3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Смена пароля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9C055-8F19-4DED-8394-C2A4A0A8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Пароль меняется на отдельной странице, чтобы не смешивать профиль и безопасность.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1347C-BD83-4F05-992A-F6D8535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E1F86-9DDD-4315-85FD-574051A6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B8B24-F8E6-428E-9CFA-E43233F8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D7B29-482F-4E22-9229-115F906B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711DE-2260-44FA-9422-3E54B976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Аккаунт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BB0ACA-5136-4108-BB89-C33DC14A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имя пользователя сверху справа и выберите Аккаунт.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853B0-684B-49D2-A813-CFB0463D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C0144-0E34-4D73-9F2F-616EBD29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CC195-DE32-439F-B933-5563B847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D5F5A-2B72-4394-9613-FA0018C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Нажмите Сменить пароль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EA9AD-E0F8-49FB-91DB-DF378350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находится в блоке профиля.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B52B5-0D69-45CE-AB17-B9AF37FE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D0FFA-7485-4DFB-A458-C7D5841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0FA61-5FF5-4AAC-BA17-0EC5E02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0E302-75E8-4CEC-91C1-99452D33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Заполните поля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3B9F1-45A0-43AE-AD0E-547EBBC1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Введите текущий пароль, новый пароль и повтор нового пароля.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00A202-363F-42D8-A4DA-B45DEDB0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C4FFB-7004-47F3-B528-F80C85D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62F150-4421-4C5C-89ED-631A8F7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3C373-DFC7-4734-A8D4-00848C96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Сохраните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1169C-CB74-4181-A386-71AFA58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Нажмите Сменить пароль. После ошибки проверьте текущий пароль.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843B6-E1AA-4975-BB12-37ACF347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6FA9E-F236-44CB-8193-6C817F1D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C827C-5AFF-4044-9613-801A7150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86CD1A-A75F-458B-91A8-3FF685F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Вернитесь назад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6A3ADB-3884-4E88-B499-3FBE0876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Кнопка Аккаунт сверху возвращает в профиль.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F800B2-A494-41CE-87BC-F18AA4B6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8D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D52FD-940E-47F0-B79E-6DA8F6D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Безопасность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A9B1-13C5-40FF-9679-ADE3915A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Роль видит только разработчик. Остальные пользователи видят профиль без строки роли.</a:t>
            </a:r>
          </a:p>
        </p:txBody>
      </p:sp>
    </p:spTree>
    <p:extLst>
      <p:ext uri="{BB962C8B-B14F-4D97-AF65-F5344CB8AC3E}">
        <p14:creationId xmlns:p14="http://schemas.microsoft.com/office/powerpoint/2010/main" val="15229375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71066-A95C-4233-9314-4A3FEA16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6E4D5-D24F-40CC-8183-15D9599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6076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8DF"/>
          </a:solidFill>
          <a:ln xmlns:a="http://schemas.openxmlformats.org/drawingml/2006/main" w="0">
            <a:noFill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447d9eafc498f"/>
          <a:stretch xmlns:a="http://schemas.openxmlformats.org/drawingml/2006/main"/>
        </p:blipFill>
        <p:spPr>
          <a:xfrm xmlns:a="http://schemas.openxmlformats.org/drawingml/2006/main">
            <a:off x="419100" y="3429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DC09-7326-4E7A-9DCA-D6A4C3B2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16 · EXCEL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BA2EF-E43E-48E5-97EB-A3F77B81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57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Excel выгрузка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D7E19-96F7-40E6-AF75-6234FF7E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Выгрузки нужны для проверки квартир, замечаний и результатов работ.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E5E39-CA65-4BEF-B3B2-E58A1D57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57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akvilon-peredacha.ru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33FB8-C2E7-4F2B-8F4E-CAC09B9A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4D20A-203F-4282-B418-9BDE7744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C442A-B726-40B3-90C4-891FB88F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7F5CA-783B-4521-BFC1-50ADA1E9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Откройте Квартиры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17A3B-2938-4D29-9369-8F138230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На странице квартир нажмите Скачать Excel.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31480-7218-4C2E-9E20-86DAD76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48B1A-F7B8-49B7-82D7-29BF8A44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259AB-E825-4A12-8761-30D8B7A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97706-9A85-4032-997D-DD95458A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пункты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B5C6C-329D-415B-AE92-65C86C47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Пункт 21: отопление. Пункт 22: канализация, в/с. Пункт 26: Отступное (ТМЦ).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F107D-B79C-4695-A958-13897A1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1D855-9D29-4DCC-9AE0-DC0F5805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F29B8-27E9-4B31-B331-69CCACDB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58162-803A-496A-9B97-1E7C32E9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338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Сверьте с отчетом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9FBF1-07C8-4CE4-823B-8FE3F97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814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В меню Отчет смотрите сводку по статусам и готовности.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5FEB6-FF6A-4209-9093-F35ADDD1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2A64A-71E7-4345-99C4-A56F8B9D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1CE22-71CA-4BC9-8897-8339FA31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B1860D-34E9-4ED5-BF16-55225CB0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6245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Используйте фильтры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DD626A-4D25-420F-B3AC-A0F0B2F2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Перед выгрузкой примените нужные фильтры.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1940BB-337E-4D78-A93B-BDF01125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382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7B418-FF8C-440C-A324-4E7B209F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D32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932B44-B299-408D-934B-590DAADA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91B67-A2B7-417F-8213-37BCA9D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914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Проверьте файл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EBDB1E-72EE-405B-AF74-9CF94B89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38750"/>
            <a:ext cx="887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После скачивания откройте Excel и убедитесь, что столбцы не смещены.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CC5CF7-4AAE-44BB-BA7E-13AB90F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03822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FF5D7"/>
          </a:solidFill>
          <a:ln xmlns:a="http://schemas.openxmlformats.org/drawingml/2006/main" w="11430">
            <a:solidFill>
              <a:srgbClr val="BCEBA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19356C-A2BF-487E-9505-9008463A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53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8A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8A11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059460-7B87-4E3C-9A91-89B91A0B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587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7A6"/>
                </a:solidFill>
                <a:latin typeface="Arial"/>
                <a:ea typeface="Arial"/>
                <a:cs typeface="Arial"/>
              </a:rPr>
              <a:t>Если в Excel виден пункт 47 Доп соглашение, нужно сообщить разработчику: это должен быть пункт 26.</a:t>
            </a:r>
          </a:p>
        </p:txBody>
      </p:sp>
    </p:spTree>
    <p:extLst>
      <p:ext uri="{BB962C8B-B14F-4D97-AF65-F5344CB8AC3E}">
        <p14:creationId xmlns:p14="http://schemas.microsoft.com/office/powerpoint/2010/main" val="755464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2026-09-21T13:20:45.4040000Z</dcterms:created>
  <dcterms:modified xsi:type="dcterms:W3CDTF">2026-09-21T13:20:45.4040000Z</dcterms:modified>
</coreProperties>
</file>