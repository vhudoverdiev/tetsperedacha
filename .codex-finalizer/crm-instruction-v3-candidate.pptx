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9f701d63354f95" /><Relationship Type="http://schemas.openxmlformats.org/officeDocument/2006/relationships/extended-properties" Target="/docProps/app.xml" Id="R9ead479dd5974b9b" /><Relationship Type="http://schemas.openxmlformats.org/officeDocument/2006/relationships/officeDocument" Target="/ppt/presentation.xml" Id="R2ae668d5157144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ce2e1c3a01410c"/>
  </p:sldMasterIdLst>
  <p:notesMasterIdLst>
    <p:notesMasterId xmlns:r="http://schemas.openxmlformats.org/officeDocument/2006/relationships" r:id="R4f45218136704fae"/>
  </p:notesMasterIdLst>
  <p:sldIdLst>
    <p:sldId xmlns:r="http://schemas.openxmlformats.org/officeDocument/2006/relationships" id="256" r:id="R28a1fdacad86408a"/>
    <p:sldId xmlns:r="http://schemas.openxmlformats.org/officeDocument/2006/relationships" id="257" r:id="R1a4c3575ebfa4bd7"/>
    <p:sldId xmlns:r="http://schemas.openxmlformats.org/officeDocument/2006/relationships" id="258" r:id="R4ddc4959d6a14287"/>
    <p:sldId xmlns:r="http://schemas.openxmlformats.org/officeDocument/2006/relationships" id="259" r:id="Ra5d7735686fd4d30"/>
    <p:sldId xmlns:r="http://schemas.openxmlformats.org/officeDocument/2006/relationships" id="260" r:id="Rb20011e10e7043e9"/>
    <p:sldId xmlns:r="http://schemas.openxmlformats.org/officeDocument/2006/relationships" id="261" r:id="R74f896156855445c"/>
    <p:sldId xmlns:r="http://schemas.openxmlformats.org/officeDocument/2006/relationships" id="262" r:id="Rc7940447061e47c4"/>
    <p:sldId xmlns:r="http://schemas.openxmlformats.org/officeDocument/2006/relationships" id="263" r:id="R9186c7a80a504bae"/>
    <p:sldId xmlns:r="http://schemas.openxmlformats.org/officeDocument/2006/relationships" id="264" r:id="R58658dfd15a541b8"/>
    <p:sldId xmlns:r="http://schemas.openxmlformats.org/officeDocument/2006/relationships" id="265" r:id="Rb494c396f5934411"/>
    <p:sldId xmlns:r="http://schemas.openxmlformats.org/officeDocument/2006/relationships" id="266" r:id="R67e5a47926aa466d"/>
    <p:sldId xmlns:r="http://schemas.openxmlformats.org/officeDocument/2006/relationships" id="267" r:id="R72db5294fc5d45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35c1681121411e" /><Relationship Type="http://schemas.openxmlformats.org/officeDocument/2006/relationships/slideMaster" Target="/ppt/slideMasters/slideMaster1.xml" Id="Rebce2e1c3a01410c" /><Relationship Type="http://schemas.openxmlformats.org/officeDocument/2006/relationships/notesMaster" Target="/ppt/notesMasters/notesMaster1.xml" Id="R4f45218136704fae" /><Relationship Type="http://schemas.openxmlformats.org/officeDocument/2006/relationships/presProps" Target="/ppt/presProps.xml" Id="R3e17045e7c0a4d8b" /><Relationship Type="http://schemas.openxmlformats.org/officeDocument/2006/relationships/tableStyles" Target="/ppt/tableStyles.xml" Id="R6336a8e4874346de" /><Relationship Type="http://schemas.openxmlformats.org/officeDocument/2006/relationships/slide" Target="/ppt/slides/slide1.xml" Id="R28a1fdacad86408a" /><Relationship Type="http://schemas.openxmlformats.org/officeDocument/2006/relationships/slide" Target="/ppt/slides/slide2.xml" Id="R1a4c3575ebfa4bd7" /><Relationship Type="http://schemas.openxmlformats.org/officeDocument/2006/relationships/slide" Target="/ppt/slides/slide3.xml" Id="R4ddc4959d6a14287" /><Relationship Type="http://schemas.openxmlformats.org/officeDocument/2006/relationships/slide" Target="/ppt/slides/slide4.xml" Id="Ra5d7735686fd4d30" /><Relationship Type="http://schemas.openxmlformats.org/officeDocument/2006/relationships/slide" Target="/ppt/slides/slide5.xml" Id="Rb20011e10e7043e9" /><Relationship Type="http://schemas.openxmlformats.org/officeDocument/2006/relationships/slide" Target="/ppt/slides/slide6.xml" Id="R74f896156855445c" /><Relationship Type="http://schemas.openxmlformats.org/officeDocument/2006/relationships/slide" Target="/ppt/slides/slide7.xml" Id="Rc7940447061e47c4" /><Relationship Type="http://schemas.openxmlformats.org/officeDocument/2006/relationships/slide" Target="/ppt/slides/slide8.xml" Id="R9186c7a80a504bae" /><Relationship Type="http://schemas.openxmlformats.org/officeDocument/2006/relationships/slide" Target="/ppt/slides/slide9.xml" Id="R58658dfd15a541b8" /><Relationship Type="http://schemas.openxmlformats.org/officeDocument/2006/relationships/slide" Target="/ppt/slides/slide10.xml" Id="Rb494c396f5934411" /><Relationship Type="http://schemas.openxmlformats.org/officeDocument/2006/relationships/slide" Target="/ppt/slides/slide11.xml" Id="R67e5a47926aa466d" /><Relationship Type="http://schemas.openxmlformats.org/officeDocument/2006/relationships/slide" Target="/ppt/slides/slide12.xml" Id="R72db5294fc5d45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4b7445cc8e44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ea185ec1554673" /><Relationship Type="http://schemas.openxmlformats.org/officeDocument/2006/relationships/notesMaster" Target="/ppt/notesMasters/notesMaster1.xml" Id="Rfe3eeca3179f41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378d1726c64840" /><Relationship Type="http://schemas.openxmlformats.org/officeDocument/2006/relationships/notesMaster" Target="/ppt/notesMasters/notesMaster1.xml" Id="Ra818e57f19bc47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7b1fa4cfe84625" /><Relationship Type="http://schemas.openxmlformats.org/officeDocument/2006/relationships/notesMaster" Target="/ppt/notesMasters/notesMaster1.xml" Id="R09971772ef4240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28c6c8a7f34c42" /><Relationship Type="http://schemas.openxmlformats.org/officeDocument/2006/relationships/notesMaster" Target="/ppt/notesMasters/notesMaster1.xml" Id="R2ddc7a55d2394b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20992f80ba4927" /><Relationship Type="http://schemas.openxmlformats.org/officeDocument/2006/relationships/notesMaster" Target="/ppt/notesMasters/notesMaster1.xml" Id="R82e29a8073b148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399e21b1464716" /><Relationship Type="http://schemas.openxmlformats.org/officeDocument/2006/relationships/notesMaster" Target="/ppt/notesMasters/notesMaster1.xml" Id="Rb564a1f53f4f43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954e5a699c4282" /><Relationship Type="http://schemas.openxmlformats.org/officeDocument/2006/relationships/notesMaster" Target="/ppt/notesMasters/notesMaster1.xml" Id="Ra269640e05d945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d9fc5e4976443b" /><Relationship Type="http://schemas.openxmlformats.org/officeDocument/2006/relationships/notesMaster" Target="/ppt/notesMasters/notesMaster1.xml" Id="Rcd9b910336134b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48894e65cf47e3" /><Relationship Type="http://schemas.openxmlformats.org/officeDocument/2006/relationships/notesMaster" Target="/ppt/notesMasters/notesMaster1.xml" Id="Redae95dfca3143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4eb8eded9740b6" /><Relationship Type="http://schemas.openxmlformats.org/officeDocument/2006/relationships/notesMaster" Target="/ppt/notesMasters/notesMaster1.xml" Id="Raff62b3bf11a4f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806e1371be4f10" /><Relationship Type="http://schemas.openxmlformats.org/officeDocument/2006/relationships/notesMaster" Target="/ppt/notesMasters/notesMaster1.xml" Id="R1e0e39ac938d414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0c3e418bab4269" /><Relationship Type="http://schemas.openxmlformats.org/officeDocument/2006/relationships/notesMaster" Target="/ppt/notesMasters/notesMaster1.xml" Id="Rebb41b8d75c14a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 инструкции. Использован только логотип из app/static/brand-logo.png.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Страница 2 содержит все функции, которые далее показываются в инструкции.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Добавление замечаний автоматически.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Кнопка ПО при повторном осмотре.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Добавление замечаний вручную.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Генерация АВР.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Претензии подрядчикам.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Выдача задач сотрудникам.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Расход материалов.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Замеры.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Смена пароля.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Excel и контроль данных.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317139cf0946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19ef7bde70462f" /><Relationship Type="http://schemas.openxmlformats.org/officeDocument/2006/relationships/slideLayout" Target="/ppt/slideLayouts/slideLayout1.xml" Id="Rb8d25cd01f0848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d25cd01f0848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8ec2f59394ac9" /><Relationship Type="http://schemas.openxmlformats.org/officeDocument/2006/relationships/image" Target="/ppt/media/image.png" Id="Rff00630e8afc4e01" /><Relationship Type="http://schemas.openxmlformats.org/officeDocument/2006/relationships/image" Target="/ppt/media/image2.png" Id="Rfb1d12df6fa04cfc" /><Relationship Type="http://schemas.openxmlformats.org/officeDocument/2006/relationships/notesSlide" Target="/ppt/notesSlides/notesSlide1.xml" Id="R387ff30749444e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f72c815bb40e1" /><Relationship Type="http://schemas.openxmlformats.org/officeDocument/2006/relationships/image" Target="/ppt/media/image3.png" Id="R34d39895bd6a465d" /><Relationship Type="http://schemas.openxmlformats.org/officeDocument/2006/relationships/notesSlide" Target="/ppt/notesSlides/notesSlide2.xml" Id="R18f37bf109d446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ead578de440d2" /><Relationship Type="http://schemas.openxmlformats.org/officeDocument/2006/relationships/image" Target="/ppt/media/image4.png" Id="Rac56a58092b84ef5" /><Relationship Type="http://schemas.openxmlformats.org/officeDocument/2006/relationships/notesSlide" Target="/ppt/notesSlides/notesSlide3.xml" Id="Re358220c0a714c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23b5fae9a49ee" /><Relationship Type="http://schemas.openxmlformats.org/officeDocument/2006/relationships/image" Target="/ppt/media/image5.png" Id="R1a157af2279c4942" /><Relationship Type="http://schemas.openxmlformats.org/officeDocument/2006/relationships/notesSlide" Target="/ppt/notesSlides/notesSlide4.xml" Id="Rbb60ad670c7648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9eec6d6c34a83" /><Relationship Type="http://schemas.openxmlformats.org/officeDocument/2006/relationships/image" Target="/ppt/media/image6.png" Id="R53681bf5c8364e28" /><Relationship Type="http://schemas.openxmlformats.org/officeDocument/2006/relationships/notesSlide" Target="/ppt/notesSlides/notesSlide5.xml" Id="R66fa4be14d9a40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8f6c4b4124dd4" /><Relationship Type="http://schemas.openxmlformats.org/officeDocument/2006/relationships/image" Target="/ppt/media/image7.png" Id="R47de9751059646f0" /><Relationship Type="http://schemas.openxmlformats.org/officeDocument/2006/relationships/notesSlide" Target="/ppt/notesSlides/notesSlide6.xml" Id="Rea934f6fe4d044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fcbdacb8c4637" /><Relationship Type="http://schemas.openxmlformats.org/officeDocument/2006/relationships/image" Target="/ppt/media/image8.png" Id="R0ec4a07929124e71" /><Relationship Type="http://schemas.openxmlformats.org/officeDocument/2006/relationships/notesSlide" Target="/ppt/notesSlides/notesSlide7.xml" Id="R5eaf7b23cc6c4d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56f06a5464565" /><Relationship Type="http://schemas.openxmlformats.org/officeDocument/2006/relationships/image" Target="/ppt/media/image9.png" Id="R53ad71aeaf7e4c8f" /><Relationship Type="http://schemas.openxmlformats.org/officeDocument/2006/relationships/notesSlide" Target="/ppt/notesSlides/notesSlide8.xml" Id="R02fe8d04885441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96715100c44f7" /><Relationship Type="http://schemas.openxmlformats.org/officeDocument/2006/relationships/image" Target="/ppt/media/image10.png" Id="Rfaca1d1379c94117" /><Relationship Type="http://schemas.openxmlformats.org/officeDocument/2006/relationships/notesSlide" Target="/ppt/notesSlides/notesSlide9.xml" Id="R3032afbe0baa48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71cf4f2ce4360" /><Relationship Type="http://schemas.openxmlformats.org/officeDocument/2006/relationships/image" Target="/ppt/media/image11.png" Id="Rc207cbafe9244e70" /><Relationship Type="http://schemas.openxmlformats.org/officeDocument/2006/relationships/notesSlide" Target="/ppt/notesSlides/notesSlide10.xml" Id="Re2d2ff2810de49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485fb5d924a44" /><Relationship Type="http://schemas.openxmlformats.org/officeDocument/2006/relationships/image" Target="/ppt/media/image12.png" Id="R7766aaa8d3bf4303" /><Relationship Type="http://schemas.openxmlformats.org/officeDocument/2006/relationships/notesSlide" Target="/ppt/notesSlides/notesSlide11.xml" Id="R483182c8ef0f42e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bb9425efd43b8" /><Relationship Type="http://schemas.openxmlformats.org/officeDocument/2006/relationships/image" Target="/ppt/media/image13.png" Id="R27658bc4558e4c28" /><Relationship Type="http://schemas.openxmlformats.org/officeDocument/2006/relationships/notesSlide" Target="/ppt/notesSlides/notesSlide12.xml" Id="Ra7b947df4e9b4e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0630e8afc4e01"/>
          <a:stretch xmlns:a="http://schemas.openxmlformats.org/drawingml/2006/main"/>
        </p:blipFill>
        <p:spPr>
          <a:xfrm xmlns:a="http://schemas.openxmlformats.org/drawingml/2006/main">
            <a:off x="533400" y="5143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C2F6CF-C244-44AE-ABF8-56CD57B0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000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CRM Передача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3224D-017E-45B5-9619-D89F1684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Инструкция</a:t>
            </a:r>
          </a:p>
          <a:p xmlns:a="http://schemas.openxmlformats.org/drawingml/2006/main">
            <a:pPr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по работе в CRM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BB6A9-82A4-4C2C-9867-232FBEC2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Пошаговая памятка: куда зайти, что нажать и как проверить результат.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7DA96-8B70-472B-87CC-A52A421D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7622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ED321"/>
          </a:solidFill>
          <a:ln xmlns:a="http://schemas.openxmlformats.org/drawingml/2006/main" w="11430">
            <a:solidFill>
              <a:srgbClr val="7ED32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14BC5D-442F-4EA9-B7E3-70695F09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623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сотрудников передачи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E9331-F1AD-4317-8164-ADE66AA3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24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d12df6fa04cfc"/>
          <a:stretch xmlns:a="http://schemas.openxmlformats.org/drawingml/2006/main"/>
        </p:blipFill>
        <p:spPr>
          <a:xfrm xmlns:a="http://schemas.openxmlformats.org/drawingml/2006/main">
            <a:off x="8810625" y="226695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8CD40C-95A9-4186-B880-7DE9DBAF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86300"/>
            <a:ext cx="22669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B879D4-4B6C-41E7-869C-46918EDF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291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Замечания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A7FE69-B523-422C-B9CB-8F5C0804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86300"/>
            <a:ext cx="1714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E2EDC7-AD29-447C-8C8C-B6AB8296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8291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Документы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8A128-C203-4D9F-AAE3-05C2AFF8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467350"/>
            <a:ext cx="2476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62B9D2-BF3A-4B59-8198-F9891E99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102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Задачи и материалы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644B85-A8CF-4110-A5C6-D4700150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BF6291-D685-4EAB-85F9-51E8828D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11698221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0973EC9-62A6-4B70-8032-7CE1962B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57B7B-BABA-4CA4-AB21-EC24EA5C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d39895bd6a465d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781828-E407-4385-BE90-7D61646F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02 · ОБЗОР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73F280-6D6D-44CD-82F2-E5896271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Карта функций в CRM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4B54C-7953-44DA-B995-7098FDD4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Все функции ниже раскрыты отдельными пошаговыми слайдами.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660D6-6E01-4D85-84D3-2D65610C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216CA-1F14-470E-9DD4-E5BE7C22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02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9C158-F9EA-4F3F-890D-1A91A257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4762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3F34F-6F0E-478E-BEC0-F57EF436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E048D1-22F9-4B12-8A23-731BD879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54C9B-A071-4993-90A8-4481E42A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Автоматическое распознавание актов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E5DF15-2AC9-470E-9676-5872F5BB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670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Замечания → Добавить с акта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AC7F43-BD69-4277-B13A-F5B3014B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385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Загрузка PDF и проверка строк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C08744-D3B2-4CAD-BA41-165F3EA8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4762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367DE4-3DB6-45B7-A117-8F2BB991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432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55FD48-4F96-4723-8CC0-D01734AD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765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614C6E-6C1D-4E76-8B2D-0581B689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670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Ручное добавление замечаний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BD00A3-367D-475E-98BD-B6F906C8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670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Замечания → Добавить вручную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7E88C5-43AD-4975-AD38-CA8C48E5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385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Ввод квартиры, даты и пунктов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B28016-2117-457F-89DD-9573A00B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4762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55FD56-9081-4091-BE83-BE599CC0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1B61C5-8C2B-4F11-B4C3-483A00D6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323036-C31A-4DCF-BB12-5E89B3DA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766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Кнопка ПО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0170F7-B7AC-4F59-955E-1A7AA080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7670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 форме добавления акта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5F62AB-53A9-4BDE-A195-EA859B48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481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Повторный осмотр без дублей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0DB307-583B-41E7-A29E-C9A36ED2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43300"/>
            <a:ext cx="4762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4E3B37-72E3-4331-86F6-A87F309E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A13CDB-3B64-4A61-81EC-6D32520A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86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0802D7-0297-4074-9105-18F98FEC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766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Генерация АВР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5720E7-CF71-47E9-BF4E-9C82B10C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7670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АВР → выбрать помещение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1E0160-C0B2-41F0-A13C-73DCA20A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481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Word по данным CRM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7C07E9-4B20-451C-9BD8-B9BDFAE5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4762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BCB3B3-9287-4C29-9517-9392A3DE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5BC3B7-DA46-4321-86C1-228F599C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958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603DA6-F199-4CFB-8E44-3D082305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863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Претензии подрядчикам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D6E3DE-D136-4473-9B0D-88C5E4EB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863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Подрядчики → раздел работ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555673-C989-42DE-9A5E-80E5821E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578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Word по исполнителю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A3029D-CB2F-4AF6-A19E-F740A060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52950"/>
            <a:ext cx="4762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D7C60F-D3A4-40F7-BF04-C38909B5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62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61B554-445A-4D57-92EA-E776838E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958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BACA929-4617-486E-8B8F-11BBDAA5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863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Выдача задач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F35AF5-5EBD-4DB2-A2CD-1D0B9C81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863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Выдача задач → выбрать замечания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81B5C1-7DF6-4741-8F5D-E65A838E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578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Назначение сотруднику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BEBCC2-7290-4041-A2B7-B781F4E6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23812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694179-65C6-457E-BE85-97E4621E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293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07  Расход материалов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7971C9E-784C-40ED-A9FC-B4514A9C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676900"/>
            <a:ext cx="23812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0E58F99-7BA7-4054-995C-340E6D55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8293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08  Замеры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3C1589-E656-4867-A8BF-BF454A59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76900"/>
            <a:ext cx="23812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68DE44-92CB-4274-8968-6EADF280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8293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09  Смена пароля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E46CF97-50C6-44FE-A6A7-5C507602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676900"/>
            <a:ext cx="23812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13612B7-E4B8-4657-978A-48113785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58293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10  Excel и отчеты</a:t>
            </a:r>
          </a:p>
        </p:txBody>
      </p:sp>
    </p:spTree>
    <p:extLst>
      <p:ext uri="{BB962C8B-B14F-4D97-AF65-F5344CB8AC3E}">
        <p14:creationId xmlns:p14="http://schemas.microsoft.com/office/powerpoint/2010/main" val="14390563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27A25E-8EC3-4FF6-AD59-C08421F7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49F03C-622D-4644-BA18-92578452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56a58092b84ef5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F49B8-9088-4018-8210-E717D267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03 · ЗАМЕЧАНИЯ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8A86D-73E6-4C94-B3C4-C5AEF0C3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Добавление замечаний автоматически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4523A-0205-4E8C-90CE-E1267AD2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PDF-акт распознается в CRM, но перед сохранением строки нужно проверить.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D0459-EA63-43F3-877D-B72C0195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10B3F-C620-44EA-8574-FFE54E88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03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0705C-4C07-4CB4-8151-17C6BEF7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F69318-F4E7-4A21-8A0C-CFAD94EF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F8EE7E-C010-4A71-AD4B-BD6AC256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0C939A-E83F-4542-BDD8-AE4C4214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форму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A2B0B-4D9D-4E0C-8A3D-B32B7C11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Замечания, затем Добавить с акта.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C7A971-69F1-4DE6-95F3-18315711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1D5BAC-BFE0-4C04-A911-04694851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DA46C7-5E47-4476-BDA2-FBFAC08C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9BCB60-28EE-4EFD-8567-AB36720F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Загрузите PDF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C19437-4023-4E75-AF8B-5D192FB7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Выберите PDF и приложите акт осмотра.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C2C4DA-FA48-4889-B52A-9C53B79A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54E858-3D06-4925-91BD-3D5FC828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53D6C6-B393-4768-931A-221A4F97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ADD391-8A47-46B9-BE8E-A6D7D7CF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распознавание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756CC4-CCBC-485F-B490-D6E487F2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покажет квартиру, дату, пункт и текст каждой строки.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085FFF-CB64-4623-AC6C-5002C6A2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94D64B-D25E-4265-904F-87DDD1AC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3B17A8-5C8D-49B7-8E3E-E8148232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1FCB08-29B1-427C-9FE1-9B89659F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Снимите лишние галочки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B88360-7224-4B5F-AF6A-161041F5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строку не нужно заносить, уберите галочку Оставить.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1FC410-FAEF-433F-ACE1-0F094C00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9D133A-B3AD-4A2A-8CE2-4C417E78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599B20-3D0A-4763-9C9A-CC4BC8AC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4083D8-6505-402A-BF48-8F99F8E3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82E0F8-8CE7-4160-B4FA-6DA5A42A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Поставьте подтверждение проверки и нажмите Сохранить.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EE2189-D10F-42EC-8BB2-69DD1272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FB5896-2FEE-49DD-83DB-6088F90C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Важно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311A2B-1D24-43D7-82CE-E7168810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Строка без галочки не сохраняется, даже если в ней остался текст.</a:t>
            </a:r>
          </a:p>
        </p:txBody>
      </p:sp>
    </p:spTree>
    <p:extLst>
      <p:ext uri="{BB962C8B-B14F-4D97-AF65-F5344CB8AC3E}">
        <p14:creationId xmlns:p14="http://schemas.microsoft.com/office/powerpoint/2010/main" val="13151674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B15E2F-231A-41DF-96BF-88F4CBAA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02A00-CDEB-4D2E-AF3F-67674A21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157af2279c4942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45F3E-B092-492F-AF05-F830CABE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04 · ПОВТОРНЫЙ ОСМОТР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31772-78C1-4EB6-87EA-50087663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Кнопка ПО при повторном осмотре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D1398-63B1-4F03-8934-599AC456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 используется, когда загружается акт повторного осмотра по квартире с уже существующими замечаниями.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4FF4E-368A-4701-A0C5-69EB3FA8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DBB9E-6F40-4D1A-975C-99A736E3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04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CB436-7449-4C96-8F27-5B1C7195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62D78-7FB7-4B40-8B71-FCF7C0FE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E92033-4D8A-41D7-8780-631C4BF8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2B1FE4-410F-4F21-9020-7E0C4450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Включите ПО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A61ADA-49CA-4EDB-BC5F-E24C69E2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форме акта нажмите кнопку ПО перед сохранением.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DEF00D-3FE8-4AC3-AE34-916F0F64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D33A26-BB11-4E23-9EE7-9E167AB6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729AC-F711-437C-BCA1-8B40241C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098AD5-87AC-4627-8C9B-433FF9DC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новые строки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25A3D4-9650-4014-94CC-BE0A6D1B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Оставьте галочки только у новых замечаний из повторного акта.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3B26C7-E9FE-438F-8E63-5FDE15DA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B5032F-9199-4FC3-9436-D3AE4F86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A862EB-3EA3-42F4-9095-94B9D05D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B57591-8BAA-4F02-AF5E-06B65C78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 акт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281BA2-C700-47A8-9643-39DA2286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переведет старые невыполненные замечания в Выполнено.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96BF68-8807-4877-B49C-C17B4033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19863A-E9AC-4685-A47F-F557A771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D80953-0056-400F-B1A0-62B42E41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3B4B32-6743-47CE-A172-CE6F6603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дубли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2ED1C3-3841-45B3-93C7-4898EF1B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Идентичные замечания остаются как есть и не создают вторую строку.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A1CE51-A3C7-417E-A541-D8CBF565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3E0370-F45B-4045-9DDA-F528951E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DF5E5F-8AC8-4481-B4F3-D76B9857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4D072D-B9B7-40E8-82F4-B39B1EE6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Если CRM предупреждает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B2CB0C-40A3-43DF-BE07-90C8D2DC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Сообщение про ПО означает, что в квартире уже много замечаний.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0ECE16-1552-46E5-86AC-974AFCBB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4E672B-652B-47AB-8AD7-21EC8F7E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E0532C-5B97-46AE-AFCF-035EA0CA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Старые строки закрываются, новые добавляются со статусом Не выполнено.</a:t>
            </a:r>
          </a:p>
        </p:txBody>
      </p:sp>
    </p:spTree>
    <p:extLst>
      <p:ext uri="{BB962C8B-B14F-4D97-AF65-F5344CB8AC3E}">
        <p14:creationId xmlns:p14="http://schemas.microsoft.com/office/powerpoint/2010/main" val="20664984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441A0D-6568-4DFE-A812-A44E6A98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C12D1-AAB1-4705-AC7A-5D5A7C08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681bf5c8364e28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96F41-D475-4387-8B1A-4C95BBE7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05 · ЗАМЕЧАНИЯ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2CFAC-417F-44DF-86D4-7BDEAFBD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Добавление замечаний вручную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BDD90-695D-45EE-AA02-B59C0837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Ручной ввод нужен, если PDF не подходит или замечание нужно добавить без акта.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AFB28C-53EF-4CE9-AF76-C17CB116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5287A-A0FC-4B38-9BD7-AB86F3AF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05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7B2441-3143-4890-AA88-AA112B1F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83300-4BC7-4E73-9E16-66F008EA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91C0CA-3A4C-422D-AC19-927609BF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3977ED-947D-439D-8DDD-C203E415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форму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8D0D28-9A2D-462C-B052-EE41CD88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Зайдите в Замечания и нажмите Добавить вручную.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9BAB1-1E9C-4A26-8F01-2FE5E4D8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B91892-47DF-47E7-A91C-427BE075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D62133-6900-40EC-A7F5-037B28EE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97DE89-DA5A-4975-92C7-1AF50DAF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помещение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CC26A8-8DAA-4D1C-B822-413FDDBB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Укажите квартиру или коммерцию, затем дату осмотра.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FE27E4-F565-4920-B526-22787321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9DA521-4BED-4B6E-B615-C8DA215D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4D478B-B353-4DAD-A2C3-37BD030A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F7D20D-77DC-48C5-990E-96515410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пункт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FF9B52-CAA1-46BD-AA4A-AF71C1B1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каждой строке выберите пункт от 10 и выше.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36A373-26E0-4069-A80A-D827E9DF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550B01-C1ED-4E72-B531-19B4A1F9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949EAE-D97C-4DA8-93DB-23CCCBCA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C3CECA-8026-49FF-B49B-7DC90C14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Введите текст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66D4D7-34B9-4F8A-BCF5-D8BE10A4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Запишите замечание в поле Замечание. Можно добавить несколько строк.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0C793E-1E1C-4FF9-9EC8-EBE5A092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1BC698-5BAE-492A-8F46-7744CCC3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C06083-8914-408F-A3D2-69F33BA2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F3D384-90B9-4969-8F6E-0A039314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0172ED-390D-4CB5-AED5-891BFE22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Проверьте галочки, при повторном осмотре включите ПО.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3EB9EB-AC7B-41B9-9EBE-4DDAA171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4101D2-9014-4CE2-B363-DE577144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Защита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A778F0-F09E-4FD4-A875-295604F7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 квартире уже есть замечания и добавляется несколько пунктов, CRM просит поставить ПО.</a:t>
            </a:r>
          </a:p>
        </p:txBody>
      </p:sp>
    </p:spTree>
    <p:extLst>
      <p:ext uri="{BB962C8B-B14F-4D97-AF65-F5344CB8AC3E}">
        <p14:creationId xmlns:p14="http://schemas.microsoft.com/office/powerpoint/2010/main" val="3808653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9F879A-07E6-4C74-837C-B1C8EC0B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5816D-7375-4E01-9D75-199D8DD9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de9751059646f0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81137-E7C8-4FA2-B732-E70DD8A7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06 · АВР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C3DED-EC8B-404B-B0EF-D56ABD7E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Генерация АВР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6454F-A3D4-4EEF-A678-77430333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АВР формируется по данным квартиры и замечаниям, которые уже есть в CRM.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E6521-6BB0-4C7D-85D2-D43319FE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8756F-62C0-454C-BF71-2C4751DB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06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A18EFD-450E-479A-B06B-1E18A86B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B2B014-F7E4-4B3F-B884-3A13791E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0A2D73-CB31-43D6-9B3B-14ECA8B6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76191E-9933-4497-9909-759772DA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раздел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73ADB8-1CA1-4DA1-A202-8C10865A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АВР.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38B9F9-0A95-4814-BC97-FF6DD215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729416-07DC-4652-825B-5BDAFEBF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E51DB4-7A25-4B4E-BF62-48EB2F2A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6E18A5-D1B6-4FE1-BCB6-0E14D5FB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помещение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8FC056-1B93-4B5A-93BB-F2CAC395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Найдите квартиру или коммерцию через поиск.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8D73B5-503F-4C1D-BCCB-1CE17277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0BFD45-4FD6-4DD1-809E-9F97985B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80A946-B7B8-48F2-BF53-FE8958FD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F8F23C-2115-4F4A-8667-D6E81AA5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данные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E5E1D4-0760-4111-8BB1-6E7A0B49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Проверьте собственника, телефон, дату и список замечаний.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798C2B-4129-4486-A558-3CE93901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0ABB96-1883-448B-AF8B-5AEE3B61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7994B1-BF86-4866-919C-55EB4A91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BF0374-DEB9-45F5-A213-731DDC0C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Сформировать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3191C0-5153-4632-8F19-40985F79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подготовит документ Word.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E6F6BD-4607-478F-BC2C-88A9C137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5200D9-E4DA-41D3-BA1C-92CEB761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860FD5-E6D3-47AF-B27A-5D9510B8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19D206-F246-4EFD-8A9D-00D0F0F2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Скачайте файл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292952-B7A2-46D8-AC6A-65A9C849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Откройте Word и проверьте реквизиты перед отправкой.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C7218F-2200-4FD5-8B0B-418D4924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BCB786-CDC1-4198-8FA2-22FDC18B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Перед созданием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F569AE-803C-4584-9CC4-C3CC8335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данных собственника нет, заполните карточку помещения.</a:t>
            </a:r>
          </a:p>
        </p:txBody>
      </p:sp>
    </p:spTree>
    <p:extLst>
      <p:ext uri="{BB962C8B-B14F-4D97-AF65-F5344CB8AC3E}">
        <p14:creationId xmlns:p14="http://schemas.microsoft.com/office/powerpoint/2010/main" val="4105425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9B5700-E2D3-4729-B095-F9288D05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10EDC-8850-49B5-A9E6-1E03B7D6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c4a07929124e71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3002FF-0918-4BA2-97C1-31DEBEC0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07 · ПОДРЯДЧИКИ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0BBD2-FD1B-4E6A-9FEE-054733EF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Претензии подрядчикам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F933A-6CB1-4D63-83E2-71751D99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Претензия создается по выбранному подрядчику и его невыполненным работам.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859A3-9AA3-447A-BE2B-8E4DE4DC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769AB-B130-4A10-905C-EFE8BB66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07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EBD74-ED53-4F8C-9005-8E3E85AC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24096-5B4D-4846-A2DB-DCCDD612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78934-D696-4098-91B1-02275A28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7FE6A-D23B-467C-8204-85698C07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Подрядчики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DC2E20-6611-495E-B41E-3A5E76A8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Перейдите в Подрядчики и выберите нужный раздел работ.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CE4741-6DE2-493A-A981-DF5A37D6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38FD06-BF5A-42DB-94A8-F20998AA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6751A1-D05B-437F-8AAE-E4D8600E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EB85AB-0397-4AF7-8E6A-C8E86854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пункт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055D8A-AB81-4E77-BE0D-C3186C75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Фильтруйте замечания по пункту и статусу.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A5FA03-0291-42FB-A226-3230DA13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E54BE6-696B-45E7-986E-346B8CFE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1C3761-C705-4042-8188-C5E5F4E5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C94461-B28C-4F62-B9CA-7B5076F6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подрядчика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9492C3-2C47-4FEB-A673-7E1ECD53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карточке подрядчика должны быть почта и телефон.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6FCC29-0B2F-4A9D-AD40-0DBCAEAA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A4C98D-C53D-4EE0-8A80-73E9E5F5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ECCF02-E11E-4471-B126-5BF1064C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8A2069-90DA-41C9-86D3-C5901DC9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претензию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6E2B50-AD8A-4A94-8362-9E51528C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Сформируйте Word по выбранным замечаниям.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D5D8FD-05A0-487E-8331-5DF7B3C7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35E312-8531-46F0-92E7-273B5BEC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75747B-37D1-4FFD-ADBB-B9FEA918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961B63-940D-4E79-8DA0-1AC772E3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исполнителя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40FC03-DA39-437C-BBED-AA3D1F69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вы не Передача(Офис), CRM подставит данные аккаунта Передача(Офис).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931043-D8FC-47C5-9A21-457B9B63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B7A87C-0534-4077-9956-A2445F04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Важно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B1E5AB-89FF-4554-9913-9D0F0696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Пункт 26 называется Отступное (ТМЦ). Доп. соглашение не должно появляться как пункт 47.</a:t>
            </a:r>
          </a:p>
        </p:txBody>
      </p:sp>
    </p:spTree>
    <p:extLst>
      <p:ext uri="{BB962C8B-B14F-4D97-AF65-F5344CB8AC3E}">
        <p14:creationId xmlns:p14="http://schemas.microsoft.com/office/powerpoint/2010/main" val="5068726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4E570B-7983-4246-916F-E109809F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57641-1DF9-4958-9624-24CD99FD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ad71aeaf7e4c8f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875B1-5F0B-4CD5-BFDA-89EAD08A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08 · ЗАДАЧИ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A3AAC-B3FD-414A-AA27-5C384A7B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Выдача задач сотрудникам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86CBD-B404-47C9-848A-DF535E6F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Раздел нужен, чтобы передать конкретные замечания в работу исполнителю.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B4CA94-F684-4307-9932-F0FBF546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456F9-2BBF-4DB6-AF58-E3C5055E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08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FDE9FB-4AA0-4B32-B6F5-AED29724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CE316-FD41-4475-B9A0-E3F20BC6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5213B-894F-44A0-9315-D76CA771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DF8F84-53A9-4112-B934-1FC27EE1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раздел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9A87A1-E3EC-46F0-90FC-E384993A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Выдача задач.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C3C6F6-9CD4-4347-B826-CA9CC979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9FFA5D-5827-4BF5-8A84-C52EC46D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13D6A4-1586-4202-9260-7570DFE9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7289B9-8EC4-4928-B4C8-BC2097AB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Отфильтруйте список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E5C8F5-88E3-4E30-AE9E-F6602A7B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Выберите квартиру, пункт, статус или исполнителя.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FB7246-C1F4-4994-9382-AF9AE21F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3AE4B9-D753-417B-A064-21601C8C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0E9C68-9DC5-4CA1-BA12-16A1FEEC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80EA12-CF99-4238-B756-6B53A1D8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Отметьте замечания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5068A8-69F4-4555-81C7-FC439D96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Поставьте галочки у строк, которые нужно выдать.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0B7E2D-CAD1-44CD-AE54-69FC2B8D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53E53D-B6DB-4702-998C-E0BD7F47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1FC9A0-32B0-442D-9B4F-8D064CB3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09D49F-C9D2-4674-8BC3-F8A19CA9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сотрудника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E8959F-DBF9-4729-84B3-BE86044F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Укажите исполнителя и дату выдачи.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711DC0-6A34-4A67-B4D8-4BDC58EB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53BB05-F5E9-4A7D-8E4A-91392F96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408305-7FCF-4896-9180-E4F3427A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219E4D-18A1-4CE8-8DF4-47F8356B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 выдачу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FA30F5-D7CD-4A7E-8667-00CB2E3E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После сохранения задачи появятся у сотрудника в его списке.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43D613-A6BC-434E-B5D7-49F62FAD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851F52-A974-4A9B-9BFD-BC65E400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265B1A-1091-494B-97A1-AF7FE955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Выдавайте только актуальные невыполненные замечания.</a:t>
            </a:r>
          </a:p>
        </p:txBody>
      </p:sp>
    </p:spTree>
    <p:extLst>
      <p:ext uri="{BB962C8B-B14F-4D97-AF65-F5344CB8AC3E}">
        <p14:creationId xmlns:p14="http://schemas.microsoft.com/office/powerpoint/2010/main" val="8144820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E4538F-D3F6-4877-B252-B3395BA0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0D959-AE75-458F-A049-B95607C6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ca1d1379c94117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4B1AD-CE00-407C-9B7A-3780D435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09 · МАТЕРИАЛЫ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6FC92-53C1-45EE-A009-0E16CD32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Расход материалов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C18D6-2A10-4CAE-9FE8-07AC44EA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Материалы списываются на конкретную работу, чтобы сохранить историю расхода.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58B3E-6A6B-407E-B3C3-7B3434DF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7812A-7B40-4D59-A964-032E75BF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09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F7C541-EA54-4F87-84D6-D1C0645D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B9A0C5-BCB5-4169-AA95-E0B26826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775D9-7302-4267-9A2A-78CFB87C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0BF8A-8D5D-4BFA-9DC5-26CF730E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раздел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D88261-0F5E-4C86-A0D2-8CC04767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меню выберите Расход материалов.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325162-6999-46FC-9969-A698C7EE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E87B87-9A81-4D48-BFEB-F1E7B64F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9E732B-8B81-4643-A66D-8A9EC759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F0C148-BF5B-4EE9-84F9-FBCDE15E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помещение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F3639D-548D-45C4-8FE1-F7B1A36C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Найдите квартиру или коммерцию.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E98AC5-BDCD-422D-BA0A-DCAB8194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0FADFC-710B-4926-AA40-9C29A99F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BC7790-9E54-487D-AB62-5F40F980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FF528E-13AC-4CC0-AFCE-4822EA62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замечание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DC223B-0801-42D4-BDA3-4EFCDDE4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Привяжите материал к конкретному пункту работ.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5CFE86-870A-4FD3-8E97-509ABB42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E9B376-F2FF-49EB-95FE-1DBF96B0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4779A7-6ECF-427D-89ED-F41FC1B7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0C89E9-612D-4484-BE78-944D89A9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Укажите количество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68ADE7-49A7-40CC-8C46-16BE09BE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Введите материал, единицу и объем списания.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6A7CF7-3700-418A-8E41-E87C205A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1363DB-C12B-4F55-B650-78C6C7FC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09E8D3-A274-4023-ACCA-0D99A0B4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2872ED-BEC7-4839-ABA0-FF71881D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 расход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35653E-92A2-4FD2-AAAB-B1957604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добавит запись в историю по помещению и отчетам.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CD0D3E-B453-4353-97E7-E452EBF2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5F841E-F79A-4031-9332-1BF67E2F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Правило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59BE6B-C53F-48DB-86FE-997286CD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Не списывайте материал без привязки к работе: потом сложно проверить расход.</a:t>
            </a:r>
          </a:p>
        </p:txBody>
      </p:sp>
    </p:spTree>
    <p:extLst>
      <p:ext uri="{BB962C8B-B14F-4D97-AF65-F5344CB8AC3E}">
        <p14:creationId xmlns:p14="http://schemas.microsoft.com/office/powerpoint/2010/main" val="4823440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19FA72-B1A4-4BC7-92B8-FDF4B0D9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3D158-459B-401A-BBC8-4AD395E2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7cbafe9244e70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739AD-6474-4850-A982-682C805F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10 · ЗАМЕРЫ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96791-CFF4-40AD-87DA-3810F1E4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Замеры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D5FA3-CEC3-4217-80E3-91D18738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Замеры помогают отдельно контролировать задачи по стеклу и связанным работам.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AE096-ABB2-409A-96D1-40DA8FBA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6D484-FEDD-4182-B640-17D3791A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35FD1-F7D6-4352-ACA7-41DE3EF4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DFE0B-2163-4329-8009-6BBBD75D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6D27B8-21FB-4392-AB57-94C7A4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F2B0CB-9A3B-4C83-9551-45E0CD67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Замеры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9756F5-39A3-41AC-A6D6-0F29D447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Замеры.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A563A8-7E17-4EE9-B2D2-BBC9E85D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3F4040-8F78-42C5-9C6E-B43EABEA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C32DCF-7689-4E97-9716-851812B3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36B2D6-DF86-45EE-8B7E-8F2D47E4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Смотрите порядок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9E3AC3-73BD-47DC-9D34-28BD6760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Сначала отображаются невыполненные, выполненные уходят в конец.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29CEFD-8301-47CA-9409-0DF0F6B2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01C709-4529-4C1B-A505-702AB86F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19CEBE-B559-42E9-9FFB-EA9E0EF2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F14204-07FD-4BD6-890D-75E5CAC2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Используйте поиск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803C19-1636-48DA-B173-CC4D3B7C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Ищите по квартире, тексту или номеру задачи.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AFD996-1DF9-49FB-8140-BCB7CAFF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285545-BC39-45FF-9B41-7416A600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749014-4273-4BB7-AB56-664274F1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8468C9-09EF-41A6-A3CD-84B69FC2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Меняйте статус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CDDD9B-F1B9-4652-A189-8D91542E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После выполнения отметьте задачу как выполненную.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D9B4F2-677A-46ED-8C0D-9AD58BFE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65F26B-5BC6-4BBB-B58A-3E44DCAB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A6EE3A-BED8-48CC-A699-1B03CB4F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F756A6-6C92-4C9E-B30F-19D1A77D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Проверяйте историю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C063AC-2963-4645-AA9C-2BC6C0D0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Открывайте карточку задачи, если нужен контекст.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322C09-2B0A-4467-8905-3CC2EF77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C77581-FA30-426D-8E2A-24E9F239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Порядок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9C4A58-562C-47B1-87B7-C54FAFD4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выполненная строка выше невыполненной, это повод проверить фильтр или статус.</a:t>
            </a:r>
          </a:p>
        </p:txBody>
      </p:sp>
    </p:spTree>
    <p:extLst>
      <p:ext uri="{BB962C8B-B14F-4D97-AF65-F5344CB8AC3E}">
        <p14:creationId xmlns:p14="http://schemas.microsoft.com/office/powerpoint/2010/main" val="19533239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55F866-E535-4201-816A-463A6236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5149F-9F01-42B5-AA94-49289139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66aaa8d3bf4303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2E9DE-DEB7-41C8-B963-296F890F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11 · АККАУНТ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D6BFB-93A7-42D9-889A-500E6EDE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Смена пароля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C74AA-D0FE-4E94-A8B7-831F1D7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Пароль меняется на отдельной странице, чтобы не смешивать профиль и безопасность.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B9761-E117-4E89-9413-20CDDB29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5E346-F98E-488F-89AB-90B0C0E3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9A9CF-60DE-48CB-8DE1-1AD3377B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C215B-8BE4-41EA-88DF-F8832878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596260-BF73-4F9F-AF11-DDEFAF6C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C393F-BED3-44D1-847C-5B14C063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Аккаунт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00A69E-D80F-4399-AEDD-E40F26FC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имя пользователя сверху справа и выберите Аккаунт.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013B42-2FBD-4971-BB99-95A1926D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0853D7-5EDC-4000-943B-0A0E276C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915AD3-7A36-4123-9647-16297758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CBFF9A-206D-4111-A854-B20C1017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Сменить пароль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833771-5972-4B82-B40D-D830FC65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Кнопка находится в блоке профиля.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DB32C3-165E-4C10-A687-5336C7B2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318D06-DC9B-48B6-A784-0B7B7B09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7955AB-4338-4887-BD24-8587C3F5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675070-BBB0-4BB9-BDDB-126FB754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Заполните поля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6E4713-D800-483C-9834-ED7B3890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Введите текущий пароль, новый пароль и повтор нового пароля.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5E1207-471D-4476-A9BE-5F8DFA33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41D34A-DF16-462C-8203-BE7030A8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F43EA5-B805-475D-8E3C-C22DAE80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24465F-A40A-4E3F-B91F-171C2B9B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8A0074-3184-4FA0-9CEA-E5C5F4B9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Сменить пароль. После ошибки проверьте текущий пароль.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BA7550-4723-4607-BE91-DC90FB69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38DF36-ACA6-4818-86E5-4AFDDD46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E16770-DC5C-42E0-A9EC-A7445394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E3E2F8-3282-47F6-9F06-DC214DF9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Вернитесь назад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1F312F-262D-4C3A-8A22-EDFBD621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Кнопка Аккаунт сверху возвращает в профиль.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C48F6F-6824-4B01-B97E-0C1B6F14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683E98-67A7-44FB-8EFA-34FB1A9A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Безопасность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2DBE46-93FE-4363-88FB-7E74CAF2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Роль видит только разработчик. Остальные пользователи видят профиль без строки роли.</a:t>
            </a:r>
          </a:p>
        </p:txBody>
      </p:sp>
    </p:spTree>
    <p:extLst>
      <p:ext uri="{BB962C8B-B14F-4D97-AF65-F5344CB8AC3E}">
        <p14:creationId xmlns:p14="http://schemas.microsoft.com/office/powerpoint/2010/main" val="18868657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9E2FC3-0F0C-4EE4-964A-575054DD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9CC09-ABF0-48BD-9730-6E9306E7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58bc4558e4c28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07F1D-718D-4434-8DEC-1A637576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12 · EXCEL И ОТЧЕТЫ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00784-2EA5-4161-8856-BCA7E454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Excel и контроль данных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AC76B-CB33-427D-9952-476883B8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Выгрузки нужны для проверки квартир, замечаний и результатов работ.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D4BE6A-46E9-4744-9CAD-F3A21F4C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34961-7832-4469-BA11-D805E456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D3797-D167-45B9-AF76-27283573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0597B-ABCC-4D4D-9F91-83019339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267050-03B5-455C-A96E-854DAED1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4F2150-A53F-41D5-9241-D9F0AA6D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Квартиры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EF2227-C1EF-4A14-985D-28AF95C7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 странице квартир нажмите Скачать Excel.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4E3054-B1E0-4838-A2A9-FF87E076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3C2B71-35A6-41BF-884D-80658CDE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B101FE-DB2D-45A8-A990-81B6610C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6B703B-1A49-4435-B9D6-04EFD4B0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пункты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319C08-AC32-46A1-B6A9-CC6230F7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Пункт 21: отопление. Пункт 22: канализация, в/с. Пункт 26: Отступное (ТМЦ).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A27F9E-576B-479B-9FEF-43EF6BD7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59EF8E-A24B-4260-AEDB-2F8B7D2B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BD04DE-7E81-4863-9559-6C29033F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E03C00-999C-4689-A491-3B5AB6AA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Отчет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ADCEDA-7161-4471-9332-A43B998B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меню Отчет смотрите сводку по статусам и готовности.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C5D0DF-256B-4622-8CC0-6B8613AF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25D8CE-07E7-4768-96B8-1499EF71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EEFA97-873A-40CB-8B90-D5EFDE1E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190632-1A8C-4165-B253-3590C3F2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Используйте фильтры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372127-02BB-4DFB-9ABE-A28B5721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Перед выгрузкой примените нужные фильтры.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C6F513-F02B-44C1-B433-C5186E22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89B58E-CF56-4EDA-85A0-F94F5289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2D4652-B86C-4BB8-8B49-E261C0C5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F7F929-FDC3-4F9E-9277-1E3BE936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файл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453842-5F0A-4827-9C18-D9AAD16D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После скачивания откройте Excel и убедитесь, что столбцы не смещены.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186EE1-815F-4CEC-BB14-4F00806E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594E13-5CD5-4237-A152-B003FED4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Контроль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60BDB9-D56B-4533-BCAC-855762C0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 Excel виден пункт 47 Доп соглашение, нужно сообщить разработчику: это должен быть пункт 26.</a:t>
            </a:r>
          </a:p>
        </p:txBody>
      </p:sp>
    </p:spTree>
    <p:extLst>
      <p:ext uri="{BB962C8B-B14F-4D97-AF65-F5344CB8AC3E}">
        <p14:creationId xmlns:p14="http://schemas.microsoft.com/office/powerpoint/2010/main" val="14798901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2026-09-21T12:49:01.9200000Z</dcterms:created>
  <dcterms:modified xsi:type="dcterms:W3CDTF">2026-09-21T12:49:01.9200000Z</dcterms:modified>
</coreProperties>
</file>