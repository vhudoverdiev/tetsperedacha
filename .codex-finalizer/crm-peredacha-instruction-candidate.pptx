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95b619d4f4574" /><Relationship Type="http://schemas.openxmlformats.org/officeDocument/2006/relationships/extended-properties" Target="/docProps/app.xml" Id="R8197dc848f454083" /><Relationship Type="http://schemas.openxmlformats.org/officeDocument/2006/relationships/officeDocument" Target="/ppt/presentation.xml" Id="Rdd59d2b7f3a2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aad4aee534229"/>
  </p:sldMasterIdLst>
  <p:notesMasterIdLst>
    <p:notesMasterId xmlns:r="http://schemas.openxmlformats.org/officeDocument/2006/relationships" r:id="Recc8d32853744419"/>
  </p:notesMasterIdLst>
  <p:sldIdLst>
    <p:sldId xmlns:r="http://schemas.openxmlformats.org/officeDocument/2006/relationships" id="256" r:id="R7d21bf98f0d84ebd"/>
    <p:sldId xmlns:r="http://schemas.openxmlformats.org/officeDocument/2006/relationships" id="257" r:id="R559a36d29baa4532"/>
    <p:sldId xmlns:r="http://schemas.openxmlformats.org/officeDocument/2006/relationships" id="258" r:id="R02e675511446479b"/>
    <p:sldId xmlns:r="http://schemas.openxmlformats.org/officeDocument/2006/relationships" id="259" r:id="R5d7f0fead1304319"/>
    <p:sldId xmlns:r="http://schemas.openxmlformats.org/officeDocument/2006/relationships" id="260" r:id="Rebf8280f34324bff"/>
    <p:sldId xmlns:r="http://schemas.openxmlformats.org/officeDocument/2006/relationships" id="261" r:id="Rf9829832d2b34211"/>
    <p:sldId xmlns:r="http://schemas.openxmlformats.org/officeDocument/2006/relationships" id="262" r:id="Rce9dea3a350449c8"/>
    <p:sldId xmlns:r="http://schemas.openxmlformats.org/officeDocument/2006/relationships" id="263" r:id="Reb4f220c697f4ce5"/>
    <p:sldId xmlns:r="http://schemas.openxmlformats.org/officeDocument/2006/relationships" id="264" r:id="Rce7e7469afb34c54"/>
    <p:sldId xmlns:r="http://schemas.openxmlformats.org/officeDocument/2006/relationships" id="265" r:id="Rbe03f72d4c1948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c16cae4074abd" /><Relationship Type="http://schemas.openxmlformats.org/officeDocument/2006/relationships/slideMaster" Target="/ppt/slideMasters/slideMaster1.xml" Id="R6efaad4aee534229" /><Relationship Type="http://schemas.openxmlformats.org/officeDocument/2006/relationships/notesMaster" Target="/ppt/notesMasters/notesMaster1.xml" Id="Recc8d32853744419" /><Relationship Type="http://schemas.openxmlformats.org/officeDocument/2006/relationships/presProps" Target="/ppt/presProps.xml" Id="R3a1edad376784e66" /><Relationship Type="http://schemas.openxmlformats.org/officeDocument/2006/relationships/tableStyles" Target="/ppt/tableStyles.xml" Id="R397cd1a1b63040bf" /><Relationship Type="http://schemas.openxmlformats.org/officeDocument/2006/relationships/slide" Target="/ppt/slides/slide1.xml" Id="R7d21bf98f0d84ebd" /><Relationship Type="http://schemas.openxmlformats.org/officeDocument/2006/relationships/slide" Target="/ppt/slides/slide2.xml" Id="R559a36d29baa4532" /><Relationship Type="http://schemas.openxmlformats.org/officeDocument/2006/relationships/slide" Target="/ppt/slides/slide3.xml" Id="R02e675511446479b" /><Relationship Type="http://schemas.openxmlformats.org/officeDocument/2006/relationships/slide" Target="/ppt/slides/slide4.xml" Id="R5d7f0fead1304319" /><Relationship Type="http://schemas.openxmlformats.org/officeDocument/2006/relationships/slide" Target="/ppt/slides/slide5.xml" Id="Rebf8280f34324bff" /><Relationship Type="http://schemas.openxmlformats.org/officeDocument/2006/relationships/slide" Target="/ppt/slides/slide6.xml" Id="Rf9829832d2b34211" /><Relationship Type="http://schemas.openxmlformats.org/officeDocument/2006/relationships/slide" Target="/ppt/slides/slide7.xml" Id="Rce9dea3a350449c8" /><Relationship Type="http://schemas.openxmlformats.org/officeDocument/2006/relationships/slide" Target="/ppt/slides/slide8.xml" Id="Reb4f220c697f4ce5" /><Relationship Type="http://schemas.openxmlformats.org/officeDocument/2006/relationships/slide" Target="/ppt/slides/slide9.xml" Id="Rce7e7469afb34c54" /><Relationship Type="http://schemas.openxmlformats.org/officeDocument/2006/relationships/slide" Target="/ppt/slides/slide10.xml" Id="Rbe03f72d4c19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2f3618d683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0db22822c48dc" /><Relationship Type="http://schemas.openxmlformats.org/officeDocument/2006/relationships/notesMaster" Target="/ppt/notesMasters/notesMaster1.xml" Id="R3e03401e44c64a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ffb40e6f7e4309" /><Relationship Type="http://schemas.openxmlformats.org/officeDocument/2006/relationships/notesMaster" Target="/ppt/notesMasters/notesMaster1.xml" Id="R563726a40e92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4ca9288fc5447c" /><Relationship Type="http://schemas.openxmlformats.org/officeDocument/2006/relationships/notesMaster" Target="/ppt/notesMasters/notesMaster1.xml" Id="Rf0504cd2cc69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1098727774b59" /><Relationship Type="http://schemas.openxmlformats.org/officeDocument/2006/relationships/notesMaster" Target="/ppt/notesMasters/notesMaster1.xml" Id="R42f8e848432a40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fe46c31d24529" /><Relationship Type="http://schemas.openxmlformats.org/officeDocument/2006/relationships/notesMaster" Target="/ppt/notesMasters/notesMaster1.xml" Id="Rf4902e318d6549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02ff6bc3424ba1" /><Relationship Type="http://schemas.openxmlformats.org/officeDocument/2006/relationships/notesMaster" Target="/ppt/notesMasters/notesMaster1.xml" Id="Rab9cfde152de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3856674fc44d62" /><Relationship Type="http://schemas.openxmlformats.org/officeDocument/2006/relationships/notesMaster" Target="/ppt/notesMasters/notesMaster1.xml" Id="Re757a55b5c4149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99593a2f2146ea" /><Relationship Type="http://schemas.openxmlformats.org/officeDocument/2006/relationships/notesMaster" Target="/ppt/notesMasters/notesMaster1.xml" Id="R28ac011a428040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8a4c97c5df488d" /><Relationship Type="http://schemas.openxmlformats.org/officeDocument/2006/relationships/notesMaster" Target="/ppt/notesMasters/notesMaster1.xml" Id="R981bd174b2bb49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7f8c0482e1444f" /><Relationship Type="http://schemas.openxmlformats.org/officeDocument/2006/relationships/notesMaster" Target="/ppt/notesMasters/notesMaster1.xml" Id="R453006f789da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74b6234b4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681f8fcf341e3" /><Relationship Type="http://schemas.openxmlformats.org/officeDocument/2006/relationships/slideLayout" Target="/ppt/slideLayouts/slideLayout1.xml" Id="R27d5deb6a79d43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5deb6a79d43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103f8cf014cad" /><Relationship Type="http://schemas.openxmlformats.org/officeDocument/2006/relationships/notesSlide" Target="/ppt/notesSlides/notesSlide1.xml" Id="R7fe1aef2d0b9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99e609fa04336" /><Relationship Type="http://schemas.openxmlformats.org/officeDocument/2006/relationships/notesSlide" Target="/ppt/notesSlides/notesSlide2.xml" Id="Rd71cf5efecef4f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b1ead25a4479" /><Relationship Type="http://schemas.openxmlformats.org/officeDocument/2006/relationships/notesSlide" Target="/ppt/notesSlides/notesSlide3.xml" Id="Racf7e9e4c507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efa1f6c84386" /><Relationship Type="http://schemas.openxmlformats.org/officeDocument/2006/relationships/notesSlide" Target="/ppt/notesSlides/notesSlide4.xml" Id="Rfebc7523ff2945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4d31dc8d74d5e" /><Relationship Type="http://schemas.openxmlformats.org/officeDocument/2006/relationships/notesSlide" Target="/ppt/notesSlides/notesSlide5.xml" Id="Rf367d58e3675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88b3f34aa409c" /><Relationship Type="http://schemas.openxmlformats.org/officeDocument/2006/relationships/notesSlide" Target="/ppt/notesSlides/notesSlide6.xml" Id="R227bc8e281be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e8d377fb548c3" /><Relationship Type="http://schemas.openxmlformats.org/officeDocument/2006/relationships/notesSlide" Target="/ppt/notesSlides/notesSlide7.xml" Id="R8731eab74afb47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48b19a6484996" /><Relationship Type="http://schemas.openxmlformats.org/officeDocument/2006/relationships/notesSlide" Target="/ppt/notesSlides/notesSlide8.xml" Id="R06f9d90f450a42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9af328a1840b2" /><Relationship Type="http://schemas.openxmlformats.org/officeDocument/2006/relationships/notesSlide" Target="/ppt/notesSlides/notesSlide9.xml" Id="R964dabdc390f43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9722ff58d4fa2" /><Relationship Type="http://schemas.openxmlformats.org/officeDocument/2006/relationships/notesSlide" Target="/ppt/notesSlides/notesSlide10.xml" Id="Ra71978ed42a24a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DCA05E-24CC-4BBC-9D18-0D518DB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C0058-4B3F-4CA4-81DA-9E3DE009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43BAC-BD90-4AA8-B559-01FFA0B3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D2CBA-C70F-4E99-9EAF-73F82207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256CF-EFA0-4658-B7DE-DB16682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BE092-AEFC-4439-9F8F-CEE228B6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093A6-D7C4-4AB7-B4B5-C0B4C6B7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CRM «ПЕРЕДАЧА»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4E6BA-77CD-4AD2-8A31-DFEA0B8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 algn="l">
              <a:defRPr sz="42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4487E-85E3-4499-BF9A-8EAC14F1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3619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7327-D1CC-4708-845E-9DA262C4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для отдела передачи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F284-3831-46EE-AC33-E0F7931A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АВР, претензии подрядчикам, выдача задач, расход материалов, смена пароля и добавление замечаний.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E1AD7-8519-48AF-8527-55CFD14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81225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8AB32-6C43-4DF6-8959-28BE75B6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E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72894-3F7B-45E9-AA6E-6B966769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00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45CE8-F8AB-467C-8B13-EECFB29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9562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CF71B-5623-410D-8AD4-D0034DCB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315" y="321754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BCEA7-6253-4ED2-AB58-42B5E54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595" y="3141345"/>
            <a:ext cx="16764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9DFB6-667D-48F4-9078-F4572E29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71750"/>
            <a:ext cx="1952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565FC-B9A0-416C-843D-ABF04EEB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81300"/>
            <a:ext cx="857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1CEDE-98B3-4183-AB11-2A5AF31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АКТЫ ОСМОТРА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B6952-AC33-4E5B-993C-21427A15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Авто и ручной ввод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7A287-0293-4CF3-B193-1AFBD98B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81300"/>
            <a:ext cx="1952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47AE3-E05D-45A5-A377-C7D753C9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90850"/>
            <a:ext cx="857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3962B-E806-4461-B45D-66E65B1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71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2BB19-58AE-4D4C-A8A9-B2DD66B4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19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АВР и претензии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F6BCA-80E7-4006-979D-2240582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52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51533-CA86-4A11-A6BA-53E7638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05300"/>
            <a:ext cx="857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25AAB-3E70-4FA4-A391-3B79E15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ЗАДАЧИ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D7FC1-2720-458E-A4F3-0AC9F37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33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Сроки и статусы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B9DB2-6781-4699-9847-A34251EC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95900"/>
            <a:ext cx="1952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C33C5-D405-45C4-B3E0-BD72FFBC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505450"/>
            <a:ext cx="857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8648C-DFFC-4B76-BF7C-D925FE54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E7A68-EFA0-4732-AB87-587320E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734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Баланс и списания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14400F-B183-4704-9CC7-2C87F106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1952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3C428-9390-4C34-BE17-5776AE2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857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821985-41CE-45A6-A5E1-3DDF4A4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АККАУНТ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724FF8-7CEC-4F74-8471-776D9F2B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81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Пароль и 2FA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258BDB-10B8-4219-B7D6-E10AA35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9F805E-A9A8-4067-9F81-CC58939A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537586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9D6DA7-A5F5-4E14-848E-D334FB2D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0813E-9DBC-40A4-835C-473CE92F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10E65-E5C1-4BE1-8A10-5BA9643B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2C72C-4259-4333-9E5D-F9DADB7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B75FC-5ABA-42A2-A1B3-EACE926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CC43-DB93-4170-816C-5FD9D363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AE64D-9A4A-4DFD-855C-22F8A133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7383C-3B81-475B-959A-9FB67CD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Карта работы в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82A82-9D00-4D7E-B0CA-1976ADFA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Что закрывает инструкция и где находятся основные действия.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0275A-42E8-4D92-80A3-74F65CA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073CA-FC69-4FAC-AEA6-075BCADA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BCE57-84ED-4C2E-9B09-248C946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E4C05-4D7D-43CC-A164-C6D4AA95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99C79-2E01-48E0-97E1-AD61FA9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5ED4D-91B0-4D11-B27B-71F0F46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Распознавание актов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70F60-181E-4BE8-AD49-4954D75C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PDF-акт можно распознать автоматически: CRM найдет квартиру, дату и замечания.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B434B-BCC1-4C73-B56B-5FE0607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меньше ручного ввода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E063D-48FB-4EB8-8804-21C592D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588E0-9641-4008-9B56-2385105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54F3C-72FF-4145-9339-DD17F75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D3C91-01A0-4DF6-8FE2-81C158D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Ручное добавление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0C31A-1695-44B5-BCEF-CE7F46E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Если PDF не подходит, замечания можно внести вручную из карточки добавления.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F7C98-2AEA-48BA-A2CD-B5BD3063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контроль каждой строки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57CFF-6486-4F5A-B38A-B78A8D2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44413-2DB4-4FB4-A187-9476588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4D814-43E9-4752-AAB9-77C1B3E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856D0-2D60-46DC-AD55-597F16B4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23CBC-50C0-4565-8F55-B55E9882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АВР и претензии подрядчикам формируются в Word по данным CRM.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1993E-79F9-476F-80CE-BF7A2F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быстрые документы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17A46-8F0E-400A-AF91-40079D3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98B88-40EF-4552-B41F-3485460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6ADAB-2757-4A1C-BCC9-17615C97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1C1DF-6540-48F6-B677-FDD2390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560F0-EBFD-4368-856D-8E76A69E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Замечания выдаются сотрудникам, материалы списываются на конкретные работы.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DAAED8-6995-4E59-970C-AF99959D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понятная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1479660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92ADD6-703E-47BB-86F6-654C279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EE255-47BF-4769-B132-7097868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591BE-A62F-4247-B30C-5B88A567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A7E8A-F4B3-4367-B6C9-4D54115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279FE-8447-446F-A095-AEB98736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17D1-485A-4288-AC2C-1F3A6D6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53B94-044C-4AD2-B876-1054F59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D7FDC-3423-49FF-AB98-4A1ECB7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5698E-6249-43DD-AA8A-9432DD9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занести акт осмотра через распознавание PDF и что делает кнопка ПО.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80689-7DB7-4D5F-803F-353B0C1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A113D-D768-4DF2-A0CC-6B35EA0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D41A9-F62E-4BC2-B2C6-64373E0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25AAD-AF18-48D7-A8B0-8CC82F5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29056-2B8B-496C-9872-1EA5AEEC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76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95DED-315F-4AF5-8AE4-6F979BD1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44582-0FC7-411F-9274-9A17ED9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66380-D75B-4726-8089-64D583E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71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Откройте Замечания - Добавить с акта.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58D02-D032-4D93-A97E-B9055AF7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54E26-776A-4CC7-AF92-D3B2C6DD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33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PDF акта осмотра.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520A5-CA3B-461B-A81F-FF3CFE3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1462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89F09-828C-4D12-B824-C763C8C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62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A57D3-7A2B-4F6F-9FE0-27BB140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76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70DCA-59C2-48A6-A9C3-41FF7D9D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9FBA8-672A-436B-9AC4-1E0CFD96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2DC69-ED59-4A8C-AE5A-020E53F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71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CRM покажет квартиру, дату и строки.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31C82-024C-4D0A-BF9A-89DD7F6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79DE0-B62E-4548-A30E-0C2B1ED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33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Снимите галочки с лишних строк.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2BA10-E02E-47FB-BDEA-793236CF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18580-A42E-4F75-8F46-DA29AEAE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59A30-33D2-4030-91F9-5A8AB9ED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8371C-7590-4867-8E2D-A352C78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434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Выберите пункты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5FD55-B4A2-4CFE-B813-293EA421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6AD8F-FA13-48D0-829B-8B5B5392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Проверьте номер пункта у каждой строки.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44227B-C5E6-46B2-BB4C-0D29C2E9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A99AD9-9270-4B79-9B1E-932FF0CC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0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Список пунктов начинается с 10.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994F3F-AE8E-46BA-B839-9F3C4A27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A0ADBE-3637-4F54-B74C-27737875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F52E7-7FB2-4BD0-9C3E-14FE38D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48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653FD2-7023-47F8-8E89-F86E73A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E9CAA5-6BEB-48C3-97EA-7E9018A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F87E1-48ED-4946-B1B4-D5FF2FF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43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Поставьте подтверждение проверки.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AF665D-EDC5-4669-A283-2A42E1B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390286-DA40-411F-9733-11B95AB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0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Нажмите Сохранить.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B044BC-FCD4-45B2-93DB-D89349F4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09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8E5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6079A4-23B5-47B6-B35E-07F998EA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956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ПО при повторном осмотре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EE3A3-D74F-40D4-BB67-C0E1BD57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956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Старые невыполненные замечания по квартире переходят в выполненные, новые строки добавляются как невыполненные. Идентичные дубли остаются как есть.</a:t>
            </a:r>
          </a:p>
        </p:txBody>
      </p:sp>
    </p:spTree>
    <p:extLst>
      <p:ext uri="{BB962C8B-B14F-4D97-AF65-F5344CB8AC3E}">
        <p14:creationId xmlns:p14="http://schemas.microsoft.com/office/powerpoint/2010/main" val="1552799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F2D266-73AC-4E17-AB46-661A5A13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AF82F-49E6-4327-B6CA-7667A874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3ED88-7C70-47FC-A878-DDBB585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A3AA7-19F9-4E3A-B17A-11750BC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2B6C3-41DC-4E20-8E1B-1B188DCF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6CFDC-911E-4D49-8D34-1F27A1E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6E847-9397-439E-9F37-FD490A17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04 · ЗАМЕЧАНИЯ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A7C4B-8D28-4916-A1D3-D30DFC39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94602-5A9A-4A5B-B4D1-76377D6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внести строки с акта или отдельное замечание без распознавания PDF.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7087C-7E5C-47A8-9035-0792E55F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A1B16-FBDF-4BB5-952E-AB6704E4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35FB3-8AE4-4CFB-98C8-38261F99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AF4CE-8079-4B4E-84EB-3419962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78746-159D-4EF4-96E7-E3513E6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76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CAB53-7BFF-4029-AB6F-EAD7693F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Откройте ручной ввод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D4C48-643A-41C8-AB27-CA95B84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5BE8C-2E40-42BA-BBDE-97A1E04D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71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Замечания - Добавить замечание.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CC3A9-7762-4453-9C36-4921992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A1F1D-BE56-4C10-9BDF-0CBDE7C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33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режим добавления с акта.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CE1EC-B99D-499B-A6D5-3C503972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14625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8815C-FEEC-4183-89F3-FD31EBF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62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AF253-8E2C-4043-BBEF-EE77677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76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B6A53-BBC0-4EE4-9707-43C93BD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Выберите квартиру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6F04F-E33F-4DFD-ACA7-C7219BE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AC69F-F494-4038-8B02-F20E476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71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Укажите квартиру или коммерцию.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03A45-AC12-4789-8822-E4DED93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D0162-2D8C-463A-9AAE-5F7F67F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33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При необходимости поставьте дату осмотра.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D6AC4C-BECE-44EA-9B23-19AE9495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CD77E-EF7E-46BD-937F-E7B34FB7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790F3D-AA0C-42E6-B3EA-F0C7555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D5ACC-5F12-452E-91CB-8DE6CB3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434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Заполните строки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152EE-C503-4C81-8A0E-04E81D7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1349C-F137-435F-8C08-3F792FB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пункт и напишите текст.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64DCF0-76FE-4D8D-8D0C-12C13CE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315D9-A883-4272-9A90-CE53DCD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0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Кнопкой Добавить замечание добавьте строки.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107B1-A3F9-49F0-91DB-827998AB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86250"/>
            <a:ext cx="4762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90542-0F10-4A81-8050-458CBC76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3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9E411-7598-44A8-B063-60316516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48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FFE77-185A-41E6-9E23-BD4B5E8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Используйте ПО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25FD1-6B6E-450B-9705-59A8D23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1EE265-EC13-44F4-86B4-ACC41AC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143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При повторном осмотре включите ПО.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594F5-672C-4D9B-9C0E-08032933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69BB3-9485-48BD-9476-9647927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0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CRM предупредит, если старых замечаний много.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1DE792-B315-4672-851B-992EA49D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09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6868B1-6113-4E5F-9637-B84B3D7D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956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Дубли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2CF09-0479-465D-9C3E-C443F5C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956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Если новое замечание полностью совпадает со старым, CRM не создает копию и не переводит этот дубль в выполненные.</a:t>
            </a:r>
          </a:p>
        </p:txBody>
      </p:sp>
    </p:spTree>
    <p:extLst>
      <p:ext uri="{BB962C8B-B14F-4D97-AF65-F5344CB8AC3E}">
        <p14:creationId xmlns:p14="http://schemas.microsoft.com/office/powerpoint/2010/main" val="1139478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95D7C-4FD4-43E7-A414-FAABC78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DF6AE-A9CF-4DF4-8FAA-FBC6523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798C-B7EE-4D7C-A574-563BC61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9D4B4-7643-4D54-BF35-C0A18602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DA093-590B-4F8D-8733-55C75397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203E3-4D40-46EF-B87D-6B4368E1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F3EB-3D42-40AD-99C3-1CDE08C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05 · АВР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36221-5D8C-459E-A630-C1526D2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8C0EE-EB7C-4AD2-BB86-32BCF1D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сформировать Word-документ и что проверить перед скачиванием.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6AD79-05A5-4667-B714-CEDFFE50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315F0-D560-49F1-8089-54DF3A87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3D819-0D3E-4AF7-BB74-1AB83DF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73A85-85BB-4474-8D7F-2663DBC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293BD-6A37-4189-B2E3-AC0CE946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FB9F5-CC26-4649-9049-EF0E4385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Откройте раздел АВР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9D2DB-307F-4E7A-8016-00FFBE3D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47EAC-B493-4066-BAC0-7C00E1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АВР в левом меню.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53B51-6D41-454A-8479-04B7C43E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E01B2-11BC-4A2B-AC52-E8E63FB0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Найдите квартиру или коммерцию.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1BE07-3F1D-4870-8711-95031C6C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F7436-8FF8-4AF1-AE45-DCB69915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66240-588E-46CC-9E8B-C8593E3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623C1-96FE-4339-8F94-B17E83B8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1EDD4-A088-48C7-B3D3-CDFB685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CA05A-729F-4368-BEC9-909EB45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ФИО, телефон, дату и статус АВР.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418D-B305-433F-B48B-06196240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0476A-FDC3-42EA-943C-C56DF79E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Если данные неверные, исправьте карточку.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BFD25-0352-42C1-A4C6-B7C75D32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58EA7-E4BF-47A1-862E-AC01050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F6B84-FC18-4D1D-B5D9-48B9077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F52B2-31A8-4C4D-8EE9-87A936E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Скачайте Word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E555C-958A-4438-BD9D-9EF97E0D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4D8BA-A073-4465-A68E-4203841E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48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Нажмите Скачать АВР.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5D307-9AEB-450D-8F33-6ACF9F5C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01DDA8-F95A-4CBA-AE7A-4EB9E018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1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Проверьте документ перед печатью.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0FEFF-B8FB-4093-AA0C-B014F527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DDF52-058D-4040-A1A2-8DAAD162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BDF776-E703-406B-9CC5-A365D458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Статус АВР в карточке и скачанный Word - разные действия. Сначала проверьте документ, затем фиксируйте статус Подписан.</a:t>
            </a:r>
          </a:p>
        </p:txBody>
      </p:sp>
    </p:spTree>
    <p:extLst>
      <p:ext uri="{BB962C8B-B14F-4D97-AF65-F5344CB8AC3E}">
        <p14:creationId xmlns:p14="http://schemas.microsoft.com/office/powerpoint/2010/main" val="1260360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8F7314-79F6-4A97-A973-C5D810B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0D75-4915-470A-9A21-E46405E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BA96C-5080-4787-AFBE-BB29349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31AD-DB39-4190-9FB2-8543992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B9974-2A8D-4970-8DBC-E3104E1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93DA-253B-434A-A072-62CF3DC2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5AEC9-C7BF-42E3-A849-79B5660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06 · ПОДРЯДЧИКИ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DCC95-B34B-4AA5-B9B7-28F2D9F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DE867-9145-4402-88B7-F9F9E10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подготовить список замечаний и сформировать претензию в Word.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0605D-2518-43C3-8AEA-8882E377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2ACD7-9E97-4E02-BAF0-5A45137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364C6-A81F-454E-9745-720F78E7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1DEFE-E2BD-42BB-A989-FF3B0268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84B0A-35D6-4856-8075-7E619A9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8F798-A2A2-417E-80F1-950A0AB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Откройте подрядчиков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1B6F-10EF-4948-9690-C70F31CA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03013-A0BD-494D-AB17-9FFC199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Замечания - Подрядчики.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42EAB-5A38-4DAE-B29E-C23857F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A968B-999F-4BB4-BD49-75DA0C02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подрядчика или пункт работ.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510BC-3B42-4F3B-BEDA-A4AD3A35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7F90B-6EE2-4C3C-949A-E671326F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0B07A-3411-4A51-A175-862AF92D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C85A1-0248-4AC9-AF02-764547DB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Сузьте список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7AD8A-690B-411E-87BD-F1F99F0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9A258-4ACE-4A43-B3AD-A36138F9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Используйте статус, режим, отделку и поиск.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97AAF-1878-404A-96CC-9CB74BFB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DE2E8-1BA0-4E87-BC7C-87213499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Оставьте только нужные замечания.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3235B-D379-4A23-8AA8-205B188A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3BBF1-320C-4043-82D7-6D22A59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F8B61-9550-4326-9AD2-F2B88CB1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AE944-96F8-43E3-88C3-09E9729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Сформируйте претензию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99CDE-3110-42D6-9C55-533045B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75EFC-C893-4678-AAAC-790DF4B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48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Нажмите Претензия Word.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53A8A4-5693-4D57-B0C9-CF9E9A7E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0C5A24-5A05-4AA1-9F43-21D0C77B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1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Проверьте шапку, исполнителя и контакты.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D7F3D-FB18-4969-8840-B71DE53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8E5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2DFB31-2F7B-48AD-ABE0-4F91626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548038-B446-4F91-A954-A20D287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Если претензия создается не из аккаунта Передача(Офис), CRM подставляет любой офисный аккаунт: почту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1001288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5ADDDD-532D-4372-9072-3304384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33A2-8507-4654-A888-2F7F641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6EB8D-EA81-4E3E-9653-4FE1C09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433FD-7089-4EC3-83DF-322C136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9769A-27B0-472E-9569-8E1C65B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331A5-B04B-43FF-9897-0D557AB7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297F-2087-47A7-8683-10F8E33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07 · ЗАДАЧИ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107B6-71DC-42B8-81AA-26E3FB0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64CC0-00B3-4991-B20A-E36C2008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назначать замечания сотрудникам, ставить срок и контролировать выполнение.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FFCC0-18BA-4B9B-A199-01F8FEA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5826-7CD2-4E6F-9C58-126BA27C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6E8A5-6287-4C77-94C3-2C02E8E9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9C87B-4A8B-481C-AD8B-3E6B994D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1A641-2DE6-4270-AC56-55B0CB97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E5D4F-A8E5-4385-8127-7A3FE02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Найдите задачи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426D9-77EB-46EA-ADC6-46CFD67F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3F701-0A3E-4C73-BB40-57BD2B0A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Откройте Выдача задач.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6B1BA-7D38-4007-9D52-CBA91A1D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9F4B9-4791-4D5D-BC78-34224A47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Используйте поиск или подбор задач.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E8B47-61F5-4AEB-923C-35DD8CE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86256-4C5D-422E-88F6-39EA0E4A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91BAB-FD56-47C8-B433-1E3871D7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A8099-2E8F-4E1B-A12C-1EB91A07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Выберите строки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1CFEC-36BF-4B9A-81D1-BABA340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D0A63-A5D4-4687-B644-A95FEA4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Отметьте галочками нужные замечания.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C148D-104F-47B0-9773-B93C500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65783-7B8A-4DEB-8004-6E47ECA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Проверьте счетчик выбранных задач.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FA9F7-CF72-46CB-ABA7-E62C7733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DF217-C6F2-4F4D-9984-DB4F317C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9C309-0699-4ED8-ADE8-E9105F2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953DB-7B29-4E4C-8AC0-1B6E17AF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Назначьте исполнителя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5AB100-D6B1-49BE-AC52-DB3FECC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19539C-6EB3-4DD7-9A89-050D888F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48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сотрудника и дату.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5A9F9-D41C-4276-ABAE-4B7C3E87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0082F-E90E-424A-B929-6A645BCA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1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Нажмите Выдать выбранные.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2FDB4-4E46-4D2C-8E6E-6CF161A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8E5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3DDB4A-7F6F-4423-8546-E47709B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E02B06-D6D6-48C8-A44E-BF80468D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Во вкладке Выданные сотрудникам смотрите сегодня, завтра и просроченные. Там же меняются дата и исполнитель.</a:t>
            </a:r>
          </a:p>
        </p:txBody>
      </p:sp>
    </p:spTree>
    <p:extLst>
      <p:ext uri="{BB962C8B-B14F-4D97-AF65-F5344CB8AC3E}">
        <p14:creationId xmlns:p14="http://schemas.microsoft.com/office/powerpoint/2010/main" val="1895454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BC76C7-DA2C-484F-B06F-09637DE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B4835-F27F-4B78-909D-AD320F6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EAE8C-5905-46B4-9682-3FAA9C8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82A97-A38D-4BA1-A1F1-6A5D011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5111F-7188-46DE-BFE7-B49FAFD4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C78D-3C4B-49DA-954D-5C90399F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34E41-C793-4F65-B5FB-5F69240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08 · МАТЕРИАЛЫ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BC0B2-9614-4A94-A7FC-8964966B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8A324-5F5B-4BD8-805A-AACC16D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вести заявки, баланс, списания и историю расхода материалов.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1D232-D462-4033-AF7C-ABE7A6C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9C947-D69E-46BC-89D5-E9D06EB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77954-A21A-4BC1-965D-4C41D576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A8C8E-3A55-4AAA-8D9C-54588AC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B4D8F-522B-4A9F-A651-0F3E2EF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B826B-4292-4E98-9B1D-BB26FE1C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Заявки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5A28B-809C-470B-8839-9AB1816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Добавьте поступление: название, дату, материал, количество и единицу.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BFF5C-70F7-440E-8F0C-1509539F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материал появляется на балансе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FCB81-FBD8-4F08-A471-06123D8A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DBDBB-74AA-42BB-B820-E8932EB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11CCC-0594-46EE-B5DB-DC98782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C0856-E603-4EEF-9AE5-B0F7533D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Баланс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4A006-1476-4ADC-A3BA-1935DD88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Проверяйте заказано, списано, остаток и единицы измерения.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515DE-AF83-4920-B5F5-1F9919D3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видно реальные остатки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B28DC-5159-4720-8D15-925BE1B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A9453-5EE0-4F34-8EBF-B15311E2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DAE2A-C3C9-43C1-B775-DB1741A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236E3-7EAA-4AC8-BACE-604C348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Списание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BA599-59FD-4453-8FC9-F66A2D37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замечания и материал, затем спишите количество.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16F40-A2DF-4350-A2E6-0C60EC53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расход привязан к работам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787C7-259B-451D-AFEF-92B1A2D0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D25AC-6DEF-44DC-875F-D8D579D9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49265-C43B-4D25-B3C3-965FC8F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8D352-2BE3-4793-850F-DFC3AA58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75673-37F0-44A8-996D-AA1CBB54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Все списания сохраняются с датой, квартирой, материалом и автором.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6262BF-E84D-41F6-998C-FA44CD4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можно выгрузить Excel</a:t>
            </a:r>
          </a:p>
        </p:txBody>
      </p:sp>
    </p:spTree>
    <p:extLst>
      <p:ext uri="{BB962C8B-B14F-4D97-AF65-F5344CB8AC3E}">
        <p14:creationId xmlns:p14="http://schemas.microsoft.com/office/powerpoint/2010/main" val="2020563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9F133-839F-46D8-949B-9D0AFD6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A7343-B20F-4079-A619-DA8F37AA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61015-F257-44D2-A19F-3E761A5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AFB2D-7216-4D40-9AD8-D042E212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911D-F567-4E34-BDAC-75A9537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EF2D4-795F-476A-B8E6-FC49F45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E0ED0-F8A6-49D7-9EAB-F29AA1A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09 · АККАУНТ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59C3E-0E33-40FD-B482-596A01A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B2BF5-94CC-44E6-AB91-6D2F3F8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Как безопасно обновить пароль пользователя в CRM.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B4C47-DF8E-4B35-9E86-51CB1AA3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FE6FE-5C0D-4183-995A-964CE546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99955-55AD-4A97-92E8-02AC8B7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0E747-CC7B-4F17-9F09-D860BFA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2B1ED-26BE-4F4C-B9D3-DF451A3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972E4-03FA-447F-A218-D76A79A6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D2603-B228-4821-986C-DE37688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B34B5-39AE-410B-B513-7B0AC5D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Нажмите имя пользователя справа сверху.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FCCFD-35C4-44F1-A1AA-365DE48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759B4-2E0E-4370-8744-9E43A0A1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Выберите пункт Аккаунт.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9091-7BBF-46D5-BB4C-F3B655D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765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C9F53-3762-4B90-86EF-C1E1DA2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4321A-B312-4315-889A-0712737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86DC1-2956-43D9-8E4A-ED913169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47AF7-292B-4983-B591-8D31AB2E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C9D35-E615-45B6-9684-86DB130D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Кнопка открывает отдельную страницу.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06252-0FFD-47BC-8728-979589E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1FF52-3DB6-4D38-BDFA-2830510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Поля пароля не показываются в профиле.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A5098-80D0-4087-8FAD-D86F5E96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61AA-6933-4977-B0F6-BD8554A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91205A-FF70-40CB-B811-654A5BC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53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BC5987-3802-4C58-A0C5-71E171D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A7222-BC76-489D-9600-6280E4D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5C874D-3A04-4098-8409-9D68B49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48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Введите текущий пароль.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80450-507A-4E4C-8B40-EA6B5015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85A15-34C2-4FEA-9AC3-95D40F3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1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Введите новый пароль и повторите его.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F942B-FC44-440F-A55D-0748C65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91050"/>
            <a:ext cx="4762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8E5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8BF132-E155-48C1-AA58-F0E26AB3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После сохранения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05427-6C04-4628-B57B-EB2FDE96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67300"/>
            <a:ext cx="4229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CRM покажет уведомление. Используйте уникальный пароль и не передавайте его другим сотрудникам.</a:t>
            </a:r>
          </a:p>
        </p:txBody>
      </p:sp>
    </p:spTree>
    <p:extLst>
      <p:ext uri="{BB962C8B-B14F-4D97-AF65-F5344CB8AC3E}">
        <p14:creationId xmlns:p14="http://schemas.microsoft.com/office/powerpoint/2010/main" val="2142188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B157E5-8A8D-4994-8284-52D79B1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EAD05-05CE-4E5A-A9EB-270E76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00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C6245-5A32-4341-B72F-840A2772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BE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CCE8A-53FB-4FF5-ACF4-B6E286D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DA847-29D0-4259-B101-91EC0B6B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" y="535686"/>
            <a:ext cx="30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EEA30-D552-4B9C-A96F-D1FC918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4726"/>
            <a:ext cx="13411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463A9-413E-42FF-AC58-5F35FC7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10 · ИТОГ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20CE2-EF39-43F7-897A-5AC839B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Ежедневный порядок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2613F-B3F0-47C6-9943-06F19799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Минимальный чек-лист, чтобы данные оставались чистыми и понятными.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DE6DC-F044-487E-8988-0038464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DE04-2AA3-499B-A74B-E6A9E11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38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6BEE-AC7E-42BA-A628-ECE2A6DA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2CF2-1C8E-4912-9094-BCF5C56B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24D7-1DDD-480B-9C7E-DAD9DB2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D8957-A95F-46EF-AA8D-94B1811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Утро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4C523-6329-4666-B84B-1419AC3C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Проверить новые акты, повторные осмотры и невыполненные замечания.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71130-E3CB-4F34-B76F-9187215C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задачи не теряются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7C0FF-EBE2-4140-AAE7-402E6F0C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52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DE4FD-3186-4193-9200-F026943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AD0E9-C8B2-4B45-8659-C57CC7FF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2E3DC-727B-47EB-A78D-B037731A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385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День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190F5-E84A-4399-824E-5BE2E6F0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Выдать задачи сотрудникам и контролировать статусы выполнения.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B1B2F-4625-49E2-823B-53457D5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понятная нагрузка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7A68E-25DD-4E90-A2A6-6C7A95B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A8712-01DE-422C-B84E-A898A6F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263FA-25F5-455E-BBE1-B0CEF10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FA347-37A2-47DD-B317-ABDB6B4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Вечер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390F5-52BF-4BC8-9C9A-C9F5BCB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Проверить просрочки, обновить АВР и списать материалы по факту.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E334E-220A-4769-B330-D84440D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чистая история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11F894-4A5D-4178-A139-E04A48C3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9625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97F70-E4FB-4921-B39F-48AE9F2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86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8031E-995E-4172-B34B-5CA2C13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00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8C6FF-5921-4E29-B23E-6DA7B5C7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1C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C2B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3F1ED4-7307-4E44-B1E9-6102B4A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86425"/>
            <a:ext cx="415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8BA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BA6"/>
                </a:solidFill>
                <a:latin typeface="Arial"/>
                <a:ea typeface="Arial"/>
                <a:cs typeface="Arial"/>
              </a:rPr>
              <a:t>Перед Word или Excel проверить фильтры и выбранные строки.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05C699-FDC2-4CDE-A143-635A3439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12"/>
                </a:solidFill>
                <a:latin typeface="Arial"/>
                <a:ea typeface="Arial"/>
                <a:cs typeface="Arial"/>
              </a:rPr>
              <a:t>Итог: меньше ошибок</a:t>
            </a:r>
          </a:p>
        </p:txBody>
      </p:sp>
    </p:spTree>
    <p:extLst>
      <p:ext uri="{BB962C8B-B14F-4D97-AF65-F5344CB8AC3E}">
        <p14:creationId xmlns:p14="http://schemas.microsoft.com/office/powerpoint/2010/main" val="1551880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2026-09-21T10:48:19.3610000Z</dcterms:created>
  <dcterms:modified xsi:type="dcterms:W3CDTF">2026-09-21T10:48:19.3610000Z</dcterms:modified>
</coreProperties>
</file>