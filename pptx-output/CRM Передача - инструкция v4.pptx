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68c6de20ea471b" /><Relationship Type="http://schemas.openxmlformats.org/officeDocument/2006/relationships/extended-properties" Target="/docProps/app.xml" Id="R78ab2c5cc59841e1" /><Relationship Type="http://schemas.openxmlformats.org/officeDocument/2006/relationships/officeDocument" Target="/ppt/presentation.xml" Id="R54ad8e12b35b44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3c0b5cf33423e"/>
  </p:sldMasterIdLst>
  <p:notesMasterIdLst>
    <p:notesMasterId xmlns:r="http://schemas.openxmlformats.org/officeDocument/2006/relationships" r:id="R2be740fcf5d14508"/>
  </p:notesMasterIdLst>
  <p:sldIdLst>
    <p:sldId xmlns:r="http://schemas.openxmlformats.org/officeDocument/2006/relationships" id="256" r:id="Rfa25f024d3f44f76"/>
    <p:sldId xmlns:r="http://schemas.openxmlformats.org/officeDocument/2006/relationships" id="257" r:id="R45d1ad1ade944bc3"/>
    <p:sldId xmlns:r="http://schemas.openxmlformats.org/officeDocument/2006/relationships" id="258" r:id="Rf021426ecac74419"/>
    <p:sldId xmlns:r="http://schemas.openxmlformats.org/officeDocument/2006/relationships" id="259" r:id="R75af6834e8684f4c"/>
    <p:sldId xmlns:r="http://schemas.openxmlformats.org/officeDocument/2006/relationships" id="260" r:id="Rabdbee4aabfe4d95"/>
    <p:sldId xmlns:r="http://schemas.openxmlformats.org/officeDocument/2006/relationships" id="261" r:id="Ree7e7a49010d49fb"/>
    <p:sldId xmlns:r="http://schemas.openxmlformats.org/officeDocument/2006/relationships" id="262" r:id="R5e8444612a7d420e"/>
    <p:sldId xmlns:r="http://schemas.openxmlformats.org/officeDocument/2006/relationships" id="263" r:id="R751fa5957d094fea"/>
    <p:sldId xmlns:r="http://schemas.openxmlformats.org/officeDocument/2006/relationships" id="264" r:id="R6914caca90d84be3"/>
    <p:sldId xmlns:r="http://schemas.openxmlformats.org/officeDocument/2006/relationships" id="265" r:id="R704fa2d640114d63"/>
    <p:sldId xmlns:r="http://schemas.openxmlformats.org/officeDocument/2006/relationships" id="266" r:id="Rb74b4b841d4b469e"/>
    <p:sldId xmlns:r="http://schemas.openxmlformats.org/officeDocument/2006/relationships" id="267" r:id="R3279fe43ade847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e2f35cb0ad447d" /><Relationship Type="http://schemas.openxmlformats.org/officeDocument/2006/relationships/slideMaster" Target="/ppt/slideMasters/slideMaster1.xml" Id="R7883c0b5cf33423e" /><Relationship Type="http://schemas.openxmlformats.org/officeDocument/2006/relationships/notesMaster" Target="/ppt/notesMasters/notesMaster1.xml" Id="R2be740fcf5d14508" /><Relationship Type="http://schemas.openxmlformats.org/officeDocument/2006/relationships/presProps" Target="/ppt/presProps.xml" Id="Rcbb72752caf24b06" /><Relationship Type="http://schemas.openxmlformats.org/officeDocument/2006/relationships/tableStyles" Target="/ppt/tableStyles.xml" Id="Rf1a32f09af3a470f" /><Relationship Type="http://schemas.openxmlformats.org/officeDocument/2006/relationships/slide" Target="/ppt/slides/slide1.xml" Id="Rfa25f024d3f44f76" /><Relationship Type="http://schemas.openxmlformats.org/officeDocument/2006/relationships/slide" Target="/ppt/slides/slide2.xml" Id="R45d1ad1ade944bc3" /><Relationship Type="http://schemas.openxmlformats.org/officeDocument/2006/relationships/slide" Target="/ppt/slides/slide3.xml" Id="Rf021426ecac74419" /><Relationship Type="http://schemas.openxmlformats.org/officeDocument/2006/relationships/slide" Target="/ppt/slides/slide4.xml" Id="R75af6834e8684f4c" /><Relationship Type="http://schemas.openxmlformats.org/officeDocument/2006/relationships/slide" Target="/ppt/slides/slide5.xml" Id="Rabdbee4aabfe4d95" /><Relationship Type="http://schemas.openxmlformats.org/officeDocument/2006/relationships/slide" Target="/ppt/slides/slide6.xml" Id="Ree7e7a49010d49fb" /><Relationship Type="http://schemas.openxmlformats.org/officeDocument/2006/relationships/slide" Target="/ppt/slides/slide7.xml" Id="R5e8444612a7d420e" /><Relationship Type="http://schemas.openxmlformats.org/officeDocument/2006/relationships/slide" Target="/ppt/slides/slide8.xml" Id="R751fa5957d094fea" /><Relationship Type="http://schemas.openxmlformats.org/officeDocument/2006/relationships/slide" Target="/ppt/slides/slide9.xml" Id="R6914caca90d84be3" /><Relationship Type="http://schemas.openxmlformats.org/officeDocument/2006/relationships/slide" Target="/ppt/slides/slide10.xml" Id="R704fa2d640114d63" /><Relationship Type="http://schemas.openxmlformats.org/officeDocument/2006/relationships/slide" Target="/ppt/slides/slide11.xml" Id="Rb74b4b841d4b469e" /><Relationship Type="http://schemas.openxmlformats.org/officeDocument/2006/relationships/slide" Target="/ppt/slides/slide12.xml" Id="R3279fe43ade847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cb6e53a0bd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0bacdbea0047ee" /><Relationship Type="http://schemas.openxmlformats.org/officeDocument/2006/relationships/notesMaster" Target="/ppt/notesMasters/notesMaster1.xml" Id="Ra41da2b66335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04fec19e404014" /><Relationship Type="http://schemas.openxmlformats.org/officeDocument/2006/relationships/notesMaster" Target="/ppt/notesMasters/notesMaster1.xml" Id="R2a3ac31b2a9d4e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05b4a32d594fc1" /><Relationship Type="http://schemas.openxmlformats.org/officeDocument/2006/relationships/notesMaster" Target="/ppt/notesMasters/notesMaster1.xml" Id="R187307ef8fe54c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d6830029244cdb" /><Relationship Type="http://schemas.openxmlformats.org/officeDocument/2006/relationships/notesMaster" Target="/ppt/notesMasters/notesMaster1.xml" Id="R05fe3ee44952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bc9acbddac41d9" /><Relationship Type="http://schemas.openxmlformats.org/officeDocument/2006/relationships/notesMaster" Target="/ppt/notesMasters/notesMaster1.xml" Id="R69390346576a4b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e7ca3eb300493c" /><Relationship Type="http://schemas.openxmlformats.org/officeDocument/2006/relationships/notesMaster" Target="/ppt/notesMasters/notesMaster1.xml" Id="Rcb7f462a40f4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40913d77ce43bd" /><Relationship Type="http://schemas.openxmlformats.org/officeDocument/2006/relationships/notesMaster" Target="/ppt/notesMasters/notesMaster1.xml" Id="R4f377eb0957544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a58b3966094e53" /><Relationship Type="http://schemas.openxmlformats.org/officeDocument/2006/relationships/notesMaster" Target="/ppt/notesMasters/notesMaster1.xml" Id="R148ceaf1185c40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22d2d1ca014eb9" /><Relationship Type="http://schemas.openxmlformats.org/officeDocument/2006/relationships/notesMaster" Target="/ppt/notesMasters/notesMaster1.xml" Id="R19b1050b8a7441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569ed8bdd3452e" /><Relationship Type="http://schemas.openxmlformats.org/officeDocument/2006/relationships/notesMaster" Target="/ppt/notesMasters/notesMaster1.xml" Id="R5958c62adf8144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400c4023104a07" /><Relationship Type="http://schemas.openxmlformats.org/officeDocument/2006/relationships/notesMaster" Target="/ppt/notesMasters/notesMaster1.xml" Id="R02ae4e66721f43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71fd794aed4485" /><Relationship Type="http://schemas.openxmlformats.org/officeDocument/2006/relationships/notesMaster" Target="/ppt/notesMasters/notesMaster1.xml" Id="R8684148d8760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и контроль данных.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a463a52b34e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0d96e034e4734" /><Relationship Type="http://schemas.openxmlformats.org/officeDocument/2006/relationships/slideLayout" Target="/ppt/slideLayouts/slideLayout1.xml" Id="Rcbf580badc01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f580badc01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a165759db4276" /><Relationship Type="http://schemas.openxmlformats.org/officeDocument/2006/relationships/image" Target="/ppt/media/image.png" Id="R4098b60799894203" /><Relationship Type="http://schemas.openxmlformats.org/officeDocument/2006/relationships/image" Target="/ppt/media/image2.png" Id="R9be5f5fdd6a64c6c" /><Relationship Type="http://schemas.openxmlformats.org/officeDocument/2006/relationships/notesSlide" Target="/ppt/notesSlides/notesSlide1.xml" Id="R0e15e2683592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b839146b54a48" /><Relationship Type="http://schemas.openxmlformats.org/officeDocument/2006/relationships/image" Target="/ppt/media/image3.png" Id="R68e711a024ab4685" /><Relationship Type="http://schemas.openxmlformats.org/officeDocument/2006/relationships/notesSlide" Target="/ppt/notesSlides/notesSlide2.xml" Id="Rdcde0d1d6d4d40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1b5ba528e4cac" /><Relationship Type="http://schemas.openxmlformats.org/officeDocument/2006/relationships/image" Target="/ppt/media/image4.png" Id="Re504cda641a5496c" /><Relationship Type="http://schemas.openxmlformats.org/officeDocument/2006/relationships/notesSlide" Target="/ppt/notesSlides/notesSlide3.xml" Id="R8f608c9ab5b846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93277c2e4429d" /><Relationship Type="http://schemas.openxmlformats.org/officeDocument/2006/relationships/image" Target="/ppt/media/image5.png" Id="Rfd6e0f0140bd4b1d" /><Relationship Type="http://schemas.openxmlformats.org/officeDocument/2006/relationships/notesSlide" Target="/ppt/notesSlides/notesSlide4.xml" Id="Ra5a4dc35f04640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e8d2a88e74097" /><Relationship Type="http://schemas.openxmlformats.org/officeDocument/2006/relationships/image" Target="/ppt/media/image6.png" Id="Rbe4248dbe6254bd0" /><Relationship Type="http://schemas.openxmlformats.org/officeDocument/2006/relationships/notesSlide" Target="/ppt/notesSlides/notesSlide5.xml" Id="Rc0a75329c865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261b72db84af7" /><Relationship Type="http://schemas.openxmlformats.org/officeDocument/2006/relationships/image" Target="/ppt/media/image7.png" Id="R93deaa3010944d71" /><Relationship Type="http://schemas.openxmlformats.org/officeDocument/2006/relationships/notesSlide" Target="/ppt/notesSlides/notesSlide6.xml" Id="Rdf3ce4c97c9042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b7bcd6b984d2c" /><Relationship Type="http://schemas.openxmlformats.org/officeDocument/2006/relationships/image" Target="/ppt/media/image8.png" Id="Rb8c9d8b3676d447d" /><Relationship Type="http://schemas.openxmlformats.org/officeDocument/2006/relationships/notesSlide" Target="/ppt/notesSlides/notesSlide7.xml" Id="R19ad222a5eb947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53cf5409542c8" /><Relationship Type="http://schemas.openxmlformats.org/officeDocument/2006/relationships/image" Target="/ppt/media/image9.png" Id="Rf6ee72ae264b4ef4" /><Relationship Type="http://schemas.openxmlformats.org/officeDocument/2006/relationships/notesSlide" Target="/ppt/notesSlides/notesSlide8.xml" Id="R4e991e4d3e8042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49b4420f74379" /><Relationship Type="http://schemas.openxmlformats.org/officeDocument/2006/relationships/image" Target="/ppt/media/image10.png" Id="Re8f632c0cdb142cd" /><Relationship Type="http://schemas.openxmlformats.org/officeDocument/2006/relationships/notesSlide" Target="/ppt/notesSlides/notesSlide9.xml" Id="Rd853534a49c34c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385f8ab8746d9" /><Relationship Type="http://schemas.openxmlformats.org/officeDocument/2006/relationships/image" Target="/ppt/media/image11.png" Id="R9c6d31bc41834033" /><Relationship Type="http://schemas.openxmlformats.org/officeDocument/2006/relationships/notesSlide" Target="/ppt/notesSlides/notesSlide10.xml" Id="Rd894b0bcdf3d4e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b3121fc1d4968" /><Relationship Type="http://schemas.openxmlformats.org/officeDocument/2006/relationships/image" Target="/ppt/media/image12.png" Id="R3a09c66f6a524f05" /><Relationship Type="http://schemas.openxmlformats.org/officeDocument/2006/relationships/notesSlide" Target="/ppt/notesSlides/notesSlide11.xml" Id="R43cf5a5ef69646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aef70f4364ff8" /><Relationship Type="http://schemas.openxmlformats.org/officeDocument/2006/relationships/image" Target="/ppt/media/image13.png" Id="R06dd666a03344f66" /><Relationship Type="http://schemas.openxmlformats.org/officeDocument/2006/relationships/notesSlide" Target="/ppt/notesSlides/notesSlide12.xml" Id="R04e2b5b7ef09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8b60799894203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3B227-DAAB-4FC7-8AA8-18952F7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D781F-61DB-4C9C-B3AE-D50A5A27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AD141-0907-4956-82F0-435CB254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0E6B6-15B6-41C5-9AF2-4E152BE6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4285D-CBC0-4DD4-B46F-BEE3B1C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44FCC-D62F-4490-898C-F52917E2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5f5fdd6a64c6c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416E3-93C7-4648-A6AA-BFD800E6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7BF77-287D-4F40-9142-66226E9A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925C1-15B3-422D-8AEB-21A2DE19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2B890-8767-4FFA-AD9C-FAB9CFC7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6008E-1A8E-4FAC-BDCD-3C733D0C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135F8-7831-4AA7-906C-A1979305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EA703-95DF-4233-99CA-2945835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BC9E1-CF99-4830-A47D-0B268BEC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206471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975697-7762-442E-A976-0CB082D6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F67A-AA17-4C69-8EC3-1EC252F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711a024ab468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739F0-5A8D-42F3-BBD0-9E37125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47937-849F-458A-BBE3-687BBC49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97EB6-ABA4-4CC4-8FF1-D39CF3BA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64066-9468-4837-B4E0-B8D5504C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9E8D3-85DA-484D-B164-BEE8B414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5C8A9-935F-4D4A-A5AC-69CA459E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69883-F173-4E4B-8B26-66146A3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262D4-75C7-46B6-9455-C3EAF287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436AC-8A3F-4D53-A08B-3A33B84F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2AB79-81B5-4EAA-B290-9692B6E0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670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5AB70-F576-44F5-80AE-0140DB4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5A306-60C6-4795-BDAF-30D14372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14220-A0DF-4657-A9A9-B82BAE3E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55D9B-F3E5-46E6-ADD5-99107054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19053-D4D1-4D0F-B3B7-1E9B3FC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67D08-8888-4004-AE81-40946634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64011-F001-4320-A935-73FC63AE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E630D-75AE-4860-9E54-0F9DEB1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16629-FA97-4884-98E8-647DA11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6BB7F-A468-4C74-8EFF-9022F1C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66229-0823-4258-86D7-973A6A8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766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7348C-DF7E-47FC-A5DF-390A2446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767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EBC542-A7D4-4E45-BA9C-EAFFB2C0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63728-3C26-43F6-A605-DB1D7813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B1D2F-9BEB-43C5-BC6A-146A865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D8682-5511-4047-B777-5D05566D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B6BA7-9446-4711-8A49-E831FE83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BCE4E-91AE-4523-88C9-E8168C6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767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6DC24-9761-438A-83DC-F69FC102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8530B-ED00-48D4-8CE7-0CADF426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971176-48C4-4EBC-80A7-F07A7C6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6B4B21-7332-4C17-A42F-6C793A40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56F98-7C8A-4051-9013-51684C8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0A880A-16AE-4496-8B61-261F686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3EDE8D-3C7A-4510-A67F-4519428A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578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C60AE0-F87A-4B0E-A4C4-7DA81E2F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195A4E-F0F9-4E0E-B5CA-A8E231BB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06871C-55F9-4A25-9722-869EE5F1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5B9018-56B4-4A1E-82FB-D5C57ED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863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E3F0AD-5352-4285-BEBB-8A84D698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863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1BDB54-CFD1-4EAA-BD2A-099170C2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C1D4DD-84BE-4FA8-83AC-BF19B8A5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620B6E-8DDA-4122-9D96-A01D79F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Расход материалов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04DC1F-FF37-497F-8CB0-91C929FC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F6D91C-57DE-4740-B20D-FB2EC68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Замеры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5C0D82-E454-40C1-8A3F-6D26383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989E2C-65E6-4461-9EC6-C3B281A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Смена пароля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6F2EFE-607E-4868-90C2-7108574C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B53E4D-9892-4185-B484-14D7AEB6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Excel и отчеты</a:t>
            </a:r>
          </a:p>
        </p:txBody>
      </p:sp>
    </p:spTree>
    <p:extLst>
      <p:ext uri="{BB962C8B-B14F-4D97-AF65-F5344CB8AC3E}">
        <p14:creationId xmlns:p14="http://schemas.microsoft.com/office/powerpoint/2010/main" val="2032178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46740F-C739-4029-911E-1BED8087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9AFD5-058B-42B8-9D94-EC8F1AC2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4cda641a5496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D2E83-DF98-4755-BE2F-6DD1D5A8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41662-25B4-4E73-B5C6-D1FAD558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72FD1-5CED-4AB7-9ED6-9F2F7EB6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A883C-5A6C-4053-840C-1CD882F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E069E-4C26-4E3F-8517-F370DA8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CC42E-3E90-4891-841F-2DD8253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DCBFF-C1BB-41FC-9971-ADF7DEC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4DF4B-EBD0-46AF-BE38-6B4630F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52EDF-B48B-42B0-8001-C49C2A53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DF90D-19C7-45B1-B1FE-40D7FB5A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27C00-746C-4A0C-8605-1081578E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C5EB5-6AD9-47EB-BB29-76E08B4D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ADDD0-587C-43D8-8C74-2AC89A8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530B9-E3EE-4D2B-B50F-08B90FF6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0933B-F52C-4B01-A96F-B752238C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C99C0-D2C1-4CAE-9643-30245FAB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AA8DF-6771-496C-AEE0-4C1C9A0E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B5822-7929-4EC3-AF2B-46F3F58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6D043-AEC2-498D-B70C-2537DD47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0F9FC-98A3-4500-93AE-4B799747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14F65-128B-47F2-94C4-6B802FC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BF59A-B12C-4ECE-9126-CE485DCC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3055C-19EA-4562-BFD2-0BE5B108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6D8E2-DD99-4716-92E1-F4A9A148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7B750-5FA8-44D8-B48F-F6E4461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1182A-DAE8-47E3-9FA0-806AA21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246A2-1840-4A93-A395-34C1C0E2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F6423D-EB64-47C9-8B7A-FF95D953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8C11D2-B90B-466D-8334-B588D79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8E1A9-B76D-4D1C-BB1C-15828286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973D6-1D2D-40BB-B0BD-260CB180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8A040F-CB4B-4EC8-824A-8803E38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406680-82C0-4882-BDE9-5535CFB7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1404737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15C93C-ED91-4F19-9DD6-546460BA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1FD3C-FA04-43FF-9DE9-00192469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e0f0140bd4b1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89F48-7AD8-419D-BC02-A0B1519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1AEFB-C451-40E5-9259-A5CEA051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07251-FEE9-4E01-8AB2-37D332A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8244-E288-48E8-B205-854F74E3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5835F-CD36-42E2-B7C3-A5537A6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3D033-8397-42CB-AC96-E7BF94CB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F5FFA-B452-454D-8D45-3F3EB307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F03C7-20A7-4C54-A14E-EE3D85D0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2E23E-928C-4222-9957-EFEAA358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78269-87C8-4200-8EFB-7A28FC8E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933CD-60F8-4161-9540-E060DD5B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95079-5A5A-48CF-B37A-965C7F11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00F38-A614-475F-85D4-299788E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F59A2-F75B-4AA0-8CCC-A96F904E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0E25E-392A-4A74-9385-C7ABEEF4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3D875-FB13-4002-BA6D-AAF01842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AFF19-CA6F-4C32-936E-E2BE143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257DA-B3A8-402D-85C4-26CD6C13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C51D9-3D81-4D84-8242-16C04388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871DF-D69C-4D8E-801B-0CEE7152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F43BF-C0D8-4253-92E4-819500D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0E27E-1DDD-40C3-B01C-BAB03918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9A2DF-060F-4BD8-B266-7942CC7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66D58-59BF-41B0-B5E1-06F52302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7C8286-D1A1-47B6-ABFD-1315858B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F65B7-DE3F-4361-AE4B-C4B6129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5CB0C-B1D2-477D-ACAC-968DA5BE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3F20F-555D-46FB-BA19-9275EF4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FC24D7-12FA-4350-8307-42A0CD8C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AAC35E-08CD-42EC-B19F-FD2AAE0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EF9422-2C32-4298-A9DC-B318A766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051D09-E0F8-436B-80E2-6039CB61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D1525-0977-40E7-AFCB-322C1DB6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2143680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6105DE-A521-471F-8424-1DD0C0A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C2204-043C-457D-8127-50F5BAB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248dbe6254bd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CE7A3-B3E6-45FC-B0FD-4E33C0EC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64315-007F-4B83-89CA-71E182DD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94D59-DF98-4B95-B28F-14CA293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B11C8-22A4-482F-9511-43A16737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76FB4-E23E-481C-BA61-3A6B8EE6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948E4-3C06-48F6-A6D6-89147866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0A027-B828-4CDE-A8DF-2B73625F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C2AE0-FA77-48FD-8CF9-733F3EF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C16FF-9D6D-476A-BCC8-1A95B63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B6DA2-1310-4681-B8D0-8692CAE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B205A-C77D-4FB8-968F-0060FBCB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463CD-FFE0-4A17-A40D-9A94B8CE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5FD24-C5C0-48C5-A224-325354B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A8FFB-946B-400C-B7A8-67C0C8B5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B9FA7-319E-4D03-A5E6-4AA23527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DCFD7-88F3-4524-BE1C-EBEC813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D24AD-C938-490D-805B-D73862A2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F5980-B7F0-4F22-9A75-DAC85172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44955-3D8A-467C-BB1A-9A8DAC1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F934E-AA59-4E8D-873C-E990B38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2625A-C66C-4212-B9E0-80487BE9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B960F-3541-4BFB-BFAC-A7081D7A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1769D5-2ADA-4E0D-9361-88612F5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94BF8-1C63-4A78-9825-3DB4616B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385CF-AD9B-4256-BDA5-6E0DC4D8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A03C5A-BAF2-4C8F-B9BF-4BAC5731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40A527-13B0-46A3-A6FF-51253F9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C4B1A-3B9C-4E5E-B78E-31EA890E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D38BF-2404-48ED-AE80-A6D1142A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0CB44-BF86-43BC-AF8C-1DF499D1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85ADF2-43BC-4118-A74B-59AF2720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06D154-077D-4268-8BBD-8719ED9F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CBEC4E-3C78-40F7-B8B6-ECA8852B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1355083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1AFCB8-4A1E-4C0A-90E9-66C756F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AB958-8F07-44E9-84C9-54C08E8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eaa3010944d71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C707D-7BAD-4BCD-B156-C5E925A8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780F8-FD7B-4456-8915-0932FE5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CDAC4-C721-405E-BD8F-8F5946F5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FCF36-CA66-43E6-A81D-9D434C8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3CD87-74DF-4C9B-80C3-F69AD49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FC7EB-F202-4640-B5D1-B20FD003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665FB-6A61-4153-8FD6-C7EE90EB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FEB60-9D90-45CE-9A7E-607E9B0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355ED-40B5-4CC0-85B6-CA3BFB92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B9CBA-67D1-4649-8C64-7A5FAED9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CE94F-38E5-4B6F-9345-63BD557F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F1EE4-A5DC-46E5-8505-21A39C89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26980-B4CF-4184-9B61-64CCFB91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432B6-F633-4E18-90FD-2EDD216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32971-9D0D-407A-A1CC-F6A0FB8E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FC72F-5CB4-42D3-B73A-1E38ABA1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98248-EE25-4172-9618-046121BB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54EDD-F084-485E-8262-D4D97F0F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ED997-11FE-4B83-A7B1-46758F9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FCD38-C510-4419-BF07-9FEB2C7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C8C1E-6EB9-48B1-8DB2-2C0383D4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B4CF3-AA26-4A19-8E25-806A017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5B9A2-1305-48B4-BEED-771477EE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79FF9-1626-4897-BA59-81B7FE0E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FECBD-C44E-4350-A00B-3C9F003A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D6C621-62B2-4773-A82A-E521CBE1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8F458-9B82-4180-AD89-DF8F1EF2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4338C-F2F9-4E7F-B3ED-1993F607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31665-AD73-43FC-AE04-419CB22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953247-8499-4A6A-89C6-FAF2EC10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33328-5DF9-43E3-98A1-54F7084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CB899-FE8E-4D9C-AAAD-B8647A4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E85885-B5B7-4F46-892C-30A73289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1432541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7A80AE-1D51-493B-81C9-48833BFB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AB3CB-3132-4FB8-B13E-CA108C78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9d8b3676d447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53F79-5AEB-4DCC-A010-2793233B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89914-275F-4E47-8F52-59D81B51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B2546-C28B-4548-9962-213D9D2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0CD07-93E3-4315-88CE-28B0740E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41EB1-E83F-4F0F-9D6E-8D39B64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ED671-BF9C-4E11-A806-F0AE84F8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F3642-D820-44A4-9D2A-6544E075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C76C7-D6D7-44C8-BC89-4AF3A971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FC4E1-52C8-46DF-A866-3E86896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99CDB-4AE4-4883-96D4-5F70A098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4E81F-C46E-4AA3-92E7-D5010B69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CE84A-9656-41E7-A40F-854688D6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D9F52-EE29-425D-9D47-2AFA9CDA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0E788-A78E-421D-B000-44E58D1F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D850D-5E88-4A73-890B-3FDF2E71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B30A8-D324-435C-AEC3-A34F9F9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24688-C452-4105-9074-D7A9F19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EBFEB-99DB-48C4-8DB2-4AE37EF1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1A583-9272-4022-AFFE-A1A28FF0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6F636-4FF6-4A70-B745-BD5E4704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EB4CA-E238-4666-9B90-DB2374A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BFB80-249A-41D8-B2BB-41E9767E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1B1E2-979E-4DD6-BDCB-43A1F37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0BD77-C89B-4DB1-87C7-9DD84C4B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8F052-37D0-49EB-AC1A-5579FCD5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5B9C4-7B39-483B-8567-F12D0C2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FE92FA-8BCF-4BE6-9F22-B781F7DD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C567F1-BF22-4551-8845-7FC3A432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B6E763-42DC-414B-B734-87BF0CA2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623EC-C7AF-4E7C-A6D4-904B00C0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5922A-D753-4331-8FD3-44029E19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8C1358-17EE-44BC-B031-139D2D88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F69EB-1A9C-4F98-ACE0-9B635D9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7542088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EBCB06-2FBE-4607-8CC9-3864AEF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B7F53-5AA0-4973-8872-A67969A4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e72ae264b4ef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FD8AF-1CD1-4BE7-804B-642E82CF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98024-2523-4769-8E70-77EF2DCC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65B88-9E02-45CD-A961-9DB739BF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870A5-25C8-4BB7-AB4C-BB43B135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C49CF-0487-4C22-ABCF-2D667A9F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F460D-25BB-4442-871E-7D27DC51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92C22-E20E-4F10-B9B5-0263F294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1AB51-0AFA-4508-8FBC-0C77FF8C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8E54E-0514-47C6-A400-F1E9306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05842-6232-43D3-A344-FA68D84A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33FED-106F-4709-BC89-9DAB1D5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3B435-345F-4993-82B9-CD04368E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3DA3D-CAE1-427B-9359-CCBD967D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C2728-DBA4-40A9-85DD-718ADFF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AE7DE-8776-440A-816D-1495DDA1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8553F-06A4-473C-B90D-EE5495F4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51184-B2B9-4F41-9399-DEE66BE4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830DF-B713-4E15-927A-05A5993B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4C01B-CE0D-46E7-92DD-1AD12935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9E2CB-4709-474B-AA2D-965DB4F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A1B9F-B1D5-42FB-9439-E2CA8CBB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C10C1-3DE0-4343-8A4E-5F7790F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6E305-D514-41FB-A57E-397EB8C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70234-3D91-47FA-887A-4B3FC09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E2931-6A97-4D43-9FBD-A286353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617E0-30C0-4561-8DB3-93D7A48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29327-02C2-4E73-A8AD-F601822B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9E899-7F85-4DA3-AD0F-0EEA83D8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2D349-C260-4916-970D-5E768F4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5189A-1675-4FF8-BF7C-FF578FC8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51C5E-5EE6-496E-AEF8-F107E814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16FA4-E323-4660-8F78-AB7BB479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FBE9C-D040-4C57-A194-1D6CAD62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1521570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9C0A53-3D6C-432B-AC2D-A121EB44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5156A-4FF5-473B-96DB-28B57913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632c0cdb142c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0766A-BDEF-4280-B4ED-76A5AE59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9EFB0-5F76-4748-B475-8C0B919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BF34E-FB1E-4572-A62D-5C3AFE72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29347-1F9C-48C7-9B51-9B99F1CD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10B98-237E-4C99-862B-EF170EF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75DF0-EF4C-4ED6-91A1-842CB0FA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CD866-AE06-49A8-828E-DCB163A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1DDFD-712D-4055-89CA-DEFB6448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F5FD8-B4DD-4B29-A1B1-8CB00836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258F8-C3CE-477A-A25B-BEA97E90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выберите Расход материалов.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08C44-BC56-4880-94E7-BF80A454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993DB-0A6D-476D-8462-AAFDDFF7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5C468-47FC-4FA9-8FFD-FB028CD4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563B9-CF19-4D05-972D-17DF8183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892DC-3059-45C3-84AE-088D800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AD84E-73DB-49AA-9A29-D8862D6B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F9BFA-8853-4062-9AD9-318F0F0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1EB23-1B06-4AD9-A0F0-C3288B0E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D1C86-2CDC-4D82-B168-62427077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замечание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34D4F-56F0-47DA-9F9A-CA4850FC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пункту работ.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762EA-AB9B-481D-99E8-F30D084E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FACD8-9EEB-4BB3-B1FB-12D367E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996D3-6CF2-4D91-AA6A-03CA9102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DEAB3-D272-4D2B-B163-1D4EA9D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количество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6B1B4-F3B9-4CD7-AFCC-436D3B8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материал, единицу и объем списания.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C4CF3-C8CE-477E-B335-D8921DF2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0CAEBE-A973-43F2-8CF9-2A056D8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B4D43-71E8-461B-B2B4-0CE38998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CA4423-C4CE-4D7F-AD79-7EE2E1D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C2BD3A-CE5C-4D82-B379-92D68E5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добавит запись в историю по помещению и отчетам.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C6D5C7-6A37-4859-B0CC-167E6EF4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DCAF4-13F3-47D2-938A-7D34E623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CF9C6-EEAD-4E0E-BB45-B8942DD3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1708833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72573-CA84-4B9C-8F89-9DB3867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20AC5-138D-442E-BBB5-E6D448A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d31bc4183403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0C76C-26DF-4798-8798-8034BE8D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1A0C5-8CA7-4B65-8B20-02F16018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4EC78-CA89-47D3-A270-4E7C352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8AA1A-52C3-4464-A59D-39C6E228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8723E-1368-4AAA-8B8C-1A355589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ABA76-EA4E-4D29-9A4F-72699E1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325E-90EF-463C-A936-520CC2B2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6CFE7-D73F-461A-ABC8-3846527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E41C2-5D68-4316-8A54-A6858C37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DD3C5-3523-44F4-A35D-227203A3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13FB4-9A5F-4887-8A35-3EB30A2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9961F-6F9A-42E0-94FC-CC1FBD24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DF1D4-5DB8-4313-B4F7-CE64BDE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0A36E-D4F1-490B-A366-7A1BADD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Смотрите порядок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FAF5C-E1BD-4697-B07C-CCF2AF25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невыполненные, выполненные уходят в конец.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AB2A5-2C24-46D8-BB7F-99037FAF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7F8FD-5307-4BBD-AAE7-E8D807F7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1CBD3-8CAC-449A-9EA7-1486AE76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3837C-F696-468A-9213-C6D06F60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поиск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C55B5-4D11-44E9-9103-67CCA925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Ищите по квартире, тексту или номеру задачи.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41BDD-634E-4AB1-8199-E276C07B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E400A-DA52-4D44-BDA8-61B54863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0E165-34EA-4611-9B9F-6AEF8065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021C3-4669-4255-AD76-87C8333F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336C2-FC37-40B6-A406-AE6411AB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FA46B-04FA-4007-8827-9B25ADD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02E1D4-811F-4412-80FC-219DD0F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B596E-61D5-4CF3-930F-DA87D6F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7CE52-FD3D-48F2-92F4-FAB4CA94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историю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4EF780-E8B9-4D36-8A1D-1A50D0D3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контекст.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545849-4CB9-48C2-8337-D9482211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8067B9-D3F2-457B-9F3D-43EE1DE2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B2F612-F873-4DBA-AFE6-C5CADEF0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это повод проверить фильтр или статус.</a:t>
            </a:r>
          </a:p>
        </p:txBody>
      </p:sp>
    </p:spTree>
    <p:extLst>
      <p:ext uri="{BB962C8B-B14F-4D97-AF65-F5344CB8AC3E}">
        <p14:creationId xmlns:p14="http://schemas.microsoft.com/office/powerpoint/2010/main" val="1474379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AA42DC-4C2C-4C19-857C-3A1AEB47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5312F-71E2-4613-96A1-327176D4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9c66f6a524f0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AA187-40E7-45A9-91E6-2A40C9D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B6D97-D245-45CB-8C8A-77267D3D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AF9FD-FF4C-4ED6-9BF2-4B49B325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F607F-6934-4CA1-8A19-118C5F2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96C80-7CD0-42EE-9E2F-B335866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1CC59-3652-47AE-A99B-10E424ED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6EB98-105C-4413-AF78-30A66F8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D7ECC-892A-4F11-9A83-885E3F98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98EAC-5A93-4D0C-A572-49D98028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BC416-948E-450B-8AF8-463A80C4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DDEE9-1C57-42FF-8450-0D90AC4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35E0-461B-425C-870E-7F0EE79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C6F33-8ECF-4C24-A554-A1F4CCBA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65599-6536-4732-A84F-0CFBE1B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8953E-21F5-472D-8427-81BBEA1E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4D507-737E-4DD5-80D4-5FDC61A8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C2823-2EE9-4684-82A6-87499824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DCB38-9407-4338-BF77-E988817E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C11F1-1848-4BAB-BD47-E94EA173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F7442-E9B2-4A3C-8566-F6D64A0F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60A62-11B3-490A-9972-FA77B88A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2AC3B-EF26-44AE-A198-498FF9C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8D988-777B-4942-ADF2-4AAB6C47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7E790-A2D7-4BA2-BE04-B5440928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E60DA-A102-4C30-81E1-D393DAFA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BC7B8-EBFF-4C9F-90FE-F120D95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3F3C0-4A1C-4087-AC1D-AF229A3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FA937E-4E6A-4A5A-9BD0-09B4756F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E65FF-7BDB-4998-88D5-FD206AF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286D9-5B0A-4CB2-84AE-4B883573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B699F6-B8F8-4CF4-8311-AEC4ECE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5124F9-A60F-4277-A914-90A31AE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AA9D88-70DC-4C62-9621-2380EF59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2117480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4AA75A-14B6-4B79-A885-CA88157A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91E92-ABE9-4A40-A5F2-300FA5EF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d666a03344f6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BB35B-14A4-4B21-8247-6F9275D9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EXCEL И ОТЧЕТЫ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B43B3-D160-4A66-AA01-97ECBF69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и контроль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08B5E-08E3-431F-AE0F-9F6C06A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50E09-0A44-4487-9D43-01DD8C3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38453-892B-48A7-97F7-9DE2726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D8D5C-2742-4226-BABE-86EE8A20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AC257-1AF4-4DCD-B10C-3411F637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351DE-5DA0-4D41-AB72-E06E67F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E83DD-1588-435A-969C-459A55E4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38488-087B-46A6-8CBC-40365A89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998AE-8D43-4936-B2D1-1D22536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E120D-95DB-4B16-96FA-A92CF84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E2344-2C9E-434E-838C-85E3EA1A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A7DC5-ED67-4693-833B-9EEA06D6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DA12F-050C-4974-87AD-9795687E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7EA66-5971-4828-837D-91A4F36D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EDB33-BA89-4618-8DC6-FEB53C8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EA495-ED86-45C5-AB4C-0367D635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673A5-FA8E-48D3-B205-B589005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CB521-1B4B-4037-BD20-530809CE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AB22A-64CA-4BD6-87D9-D3BFBB7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D771C-B90B-463B-9024-D806401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9E1C9-8790-4AB7-8E83-C7CA0EBA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99F21-DF61-43F2-BC03-AC7B9F00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CF499-25FA-40E4-B455-9C3C0928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E3BD36-EBBC-4956-B94D-C823C02B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6CCA7-DE13-4F43-B250-224F1B2D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70F15-5951-4084-BBEE-2969753D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29B39-AEB5-47C1-BBE8-760EB652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2D85C4-8D18-4528-859F-4DB29E0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CEECB2-9B35-4A3F-8C0E-A352A62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A8B259-9E63-4CE3-9FB0-15AC2D8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8245A1-33B0-4496-A566-0D49910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327529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2026-09-21T12:49:51.7510000Z</dcterms:created>
  <dcterms:modified xsi:type="dcterms:W3CDTF">2026-09-21T12:49:51.7510000Z</dcterms:modified>
</coreProperties>
</file>