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9cd9b64bd149b2" /><Relationship Type="http://schemas.openxmlformats.org/officeDocument/2006/relationships/extended-properties" Target="/docProps/app.xml" Id="R83e342030bac4a84" /><Relationship Type="http://schemas.openxmlformats.org/officeDocument/2006/relationships/officeDocument" Target="/ppt/presentation.xml" Id="R5974d926783a4e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14088af98f4b73"/>
  </p:sldMasterIdLst>
  <p:notesMasterIdLst>
    <p:notesMasterId xmlns:r="http://schemas.openxmlformats.org/officeDocument/2006/relationships" r:id="R1a0ea202db0547d0"/>
  </p:notesMasterIdLst>
  <p:sldIdLst>
    <p:sldId xmlns:r="http://schemas.openxmlformats.org/officeDocument/2006/relationships" id="256" r:id="R8c72fcab3b56487b"/>
    <p:sldId xmlns:r="http://schemas.openxmlformats.org/officeDocument/2006/relationships" id="257" r:id="R7a8edc05e2b24786"/>
    <p:sldId xmlns:r="http://schemas.openxmlformats.org/officeDocument/2006/relationships" id="258" r:id="R3fdb10bcfb0d45b9"/>
    <p:sldId xmlns:r="http://schemas.openxmlformats.org/officeDocument/2006/relationships" id="259" r:id="R7b537ef0300746e0"/>
    <p:sldId xmlns:r="http://schemas.openxmlformats.org/officeDocument/2006/relationships" id="260" r:id="Rda2390418b574e51"/>
    <p:sldId xmlns:r="http://schemas.openxmlformats.org/officeDocument/2006/relationships" id="261" r:id="Rdfb74d05033147a1"/>
    <p:sldId xmlns:r="http://schemas.openxmlformats.org/officeDocument/2006/relationships" id="262" r:id="Rf33cf5a121994909"/>
    <p:sldId xmlns:r="http://schemas.openxmlformats.org/officeDocument/2006/relationships" id="263" r:id="R2a6e284a8dae423b"/>
    <p:sldId xmlns:r="http://schemas.openxmlformats.org/officeDocument/2006/relationships" id="264" r:id="R2700cbd206d84387"/>
    <p:sldId xmlns:r="http://schemas.openxmlformats.org/officeDocument/2006/relationships" id="265" r:id="Rf62be687eea44318"/>
    <p:sldId xmlns:r="http://schemas.openxmlformats.org/officeDocument/2006/relationships" id="266" r:id="R1aecb4fb4d334f99"/>
    <p:sldId xmlns:r="http://schemas.openxmlformats.org/officeDocument/2006/relationships" id="267" r:id="R1f70d34000fe4e59"/>
    <p:sldId xmlns:r="http://schemas.openxmlformats.org/officeDocument/2006/relationships" id="268" r:id="Re6b8b28d447b49f0"/>
    <p:sldId xmlns:r="http://schemas.openxmlformats.org/officeDocument/2006/relationships" id="269" r:id="R7bbd29b9de104f45"/>
    <p:sldId xmlns:r="http://schemas.openxmlformats.org/officeDocument/2006/relationships" id="270" r:id="R3de8741b9ee64fff"/>
    <p:sldId xmlns:r="http://schemas.openxmlformats.org/officeDocument/2006/relationships" id="271" r:id="R515d7469ff2f42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07e538080547d2" /><Relationship Type="http://schemas.openxmlformats.org/officeDocument/2006/relationships/slideMaster" Target="/ppt/slideMasters/slideMaster1.xml" Id="R6314088af98f4b73" /><Relationship Type="http://schemas.openxmlformats.org/officeDocument/2006/relationships/notesMaster" Target="/ppt/notesMasters/notesMaster1.xml" Id="R1a0ea202db0547d0" /><Relationship Type="http://schemas.openxmlformats.org/officeDocument/2006/relationships/presProps" Target="/ppt/presProps.xml" Id="R24e59f97966a4c2a" /><Relationship Type="http://schemas.openxmlformats.org/officeDocument/2006/relationships/tableStyles" Target="/ppt/tableStyles.xml" Id="R7a212a73bb234e62" /><Relationship Type="http://schemas.openxmlformats.org/officeDocument/2006/relationships/slide" Target="/ppt/slides/slide1.xml" Id="R8c72fcab3b56487b" /><Relationship Type="http://schemas.openxmlformats.org/officeDocument/2006/relationships/slide" Target="/ppt/slides/slide2.xml" Id="R7a8edc05e2b24786" /><Relationship Type="http://schemas.openxmlformats.org/officeDocument/2006/relationships/slide" Target="/ppt/slides/slide3.xml" Id="R3fdb10bcfb0d45b9" /><Relationship Type="http://schemas.openxmlformats.org/officeDocument/2006/relationships/slide" Target="/ppt/slides/slide4.xml" Id="R7b537ef0300746e0" /><Relationship Type="http://schemas.openxmlformats.org/officeDocument/2006/relationships/slide" Target="/ppt/slides/slide5.xml" Id="Rda2390418b574e51" /><Relationship Type="http://schemas.openxmlformats.org/officeDocument/2006/relationships/slide" Target="/ppt/slides/slide6.xml" Id="Rdfb74d05033147a1" /><Relationship Type="http://schemas.openxmlformats.org/officeDocument/2006/relationships/slide" Target="/ppt/slides/slide7.xml" Id="Rf33cf5a121994909" /><Relationship Type="http://schemas.openxmlformats.org/officeDocument/2006/relationships/slide" Target="/ppt/slides/slide8.xml" Id="R2a6e284a8dae423b" /><Relationship Type="http://schemas.openxmlformats.org/officeDocument/2006/relationships/slide" Target="/ppt/slides/slide9.xml" Id="R2700cbd206d84387" /><Relationship Type="http://schemas.openxmlformats.org/officeDocument/2006/relationships/slide" Target="/ppt/slides/slide10.xml" Id="Rf62be687eea44318" /><Relationship Type="http://schemas.openxmlformats.org/officeDocument/2006/relationships/slide" Target="/ppt/slides/slide11.xml" Id="R1aecb4fb4d334f99" /><Relationship Type="http://schemas.openxmlformats.org/officeDocument/2006/relationships/slide" Target="/ppt/slides/slide12.xml" Id="R1f70d34000fe4e59" /><Relationship Type="http://schemas.openxmlformats.org/officeDocument/2006/relationships/slide" Target="/ppt/slides/slide13.xml" Id="Re6b8b28d447b49f0" /><Relationship Type="http://schemas.openxmlformats.org/officeDocument/2006/relationships/slide" Target="/ppt/slides/slide14.xml" Id="R7bbd29b9de104f45" /><Relationship Type="http://schemas.openxmlformats.org/officeDocument/2006/relationships/slide" Target="/ppt/slides/slide15.xml" Id="R3de8741b9ee64fff" /><Relationship Type="http://schemas.openxmlformats.org/officeDocument/2006/relationships/slide" Target="/ppt/slides/slide16.xml" Id="R515d7469ff2f42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6b82c8e21c46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2cdff94e154b3a" /><Relationship Type="http://schemas.openxmlformats.org/officeDocument/2006/relationships/notesMaster" Target="/ppt/notesMasters/notesMaster1.xml" Id="Re58344bf5a124e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e268954b664327" /><Relationship Type="http://schemas.openxmlformats.org/officeDocument/2006/relationships/notesMaster" Target="/ppt/notesMasters/notesMaster1.xml" Id="Rec9b15a1edc244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1974be68714d16" /><Relationship Type="http://schemas.openxmlformats.org/officeDocument/2006/relationships/notesMaster" Target="/ppt/notesMasters/notesMaster1.xml" Id="R08fd368d7a1f47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1fc1708b6d40c1" /><Relationship Type="http://schemas.openxmlformats.org/officeDocument/2006/relationships/notesMaster" Target="/ppt/notesMasters/notesMaster1.xml" Id="R0f4058e0d11b40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9bb766a7ef4e42" /><Relationship Type="http://schemas.openxmlformats.org/officeDocument/2006/relationships/notesMaster" Target="/ppt/notesMasters/notesMaster1.xml" Id="R84d522281b1e48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207e80412046f6" /><Relationship Type="http://schemas.openxmlformats.org/officeDocument/2006/relationships/notesMaster" Target="/ppt/notesMasters/notesMaster1.xml" Id="R1b60bd85154e4e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95091820624b42" /><Relationship Type="http://schemas.openxmlformats.org/officeDocument/2006/relationships/notesMaster" Target="/ppt/notesMasters/notesMaster1.xml" Id="R686ee6761a4041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ea7be5cb484961" /><Relationship Type="http://schemas.openxmlformats.org/officeDocument/2006/relationships/notesMaster" Target="/ppt/notesMasters/notesMaster1.xml" Id="Rf67d5404be5049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4e741716ae4a17" /><Relationship Type="http://schemas.openxmlformats.org/officeDocument/2006/relationships/notesMaster" Target="/ppt/notesMasters/notesMaster1.xml" Id="R07bfd2a274bd4a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71bb73aeb24e12" /><Relationship Type="http://schemas.openxmlformats.org/officeDocument/2006/relationships/notesMaster" Target="/ppt/notesMasters/notesMaster1.xml" Id="R5435c1a5e1ea42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c3ebd3fbfd4674" /><Relationship Type="http://schemas.openxmlformats.org/officeDocument/2006/relationships/notesMaster" Target="/ppt/notesMasters/notesMaster1.xml" Id="R2e8066951a7b44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fc99ccbbdd4660" /><Relationship Type="http://schemas.openxmlformats.org/officeDocument/2006/relationships/notesMaster" Target="/ppt/notesMasters/notesMaster1.xml" Id="R6f9057760c49484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eaf92d2b43d46f4" /><Relationship Type="http://schemas.openxmlformats.org/officeDocument/2006/relationships/notesMaster" Target="/ppt/notesMasters/notesMaster1.xml" Id="R231f9144c73448f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42583ac9d5f443f" /><Relationship Type="http://schemas.openxmlformats.org/officeDocument/2006/relationships/notesMaster" Target="/ppt/notesMasters/notesMaster1.xml" Id="R32b81a9fdbcf4a3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ed98b37d744b3f" /><Relationship Type="http://schemas.openxmlformats.org/officeDocument/2006/relationships/notesMaster" Target="/ppt/notesMasters/notesMaster1.xml" Id="R204230d58a7c40d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64d7f97f8314c31" /><Relationship Type="http://schemas.openxmlformats.org/officeDocument/2006/relationships/notesMaster" Target="/ppt/notesMasters/notesMaster1.xml" Id="R0b2eee578daa4a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 инструкции. Использован только логотип из app/static/brand-logo.png.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Страница 2 содержит все функции, которые далее показываются в инструкции.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Добавление замечаний автоматически.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Кнопка ПО при повторном осмотре.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Добавление замечаний вручную.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Генерация АВР.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Претензии подрядчикам.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Выдача задач сотрудникам.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Квартиры.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Отчет.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Расход материалов.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Замеры.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Почта и телефон.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Подключение 2FA.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Смена пароля.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Excel выгрузка.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98391997824a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a3539e0e384bc7" /><Relationship Type="http://schemas.openxmlformats.org/officeDocument/2006/relationships/slideLayout" Target="/ppt/slideLayouts/slideLayout1.xml" Id="R90cb382de31c4e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cb382de31c4e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f0d776ec94740" /><Relationship Type="http://schemas.openxmlformats.org/officeDocument/2006/relationships/image" Target="/ppt/media/image.png" Id="Rf6907d3c586649bd" /><Relationship Type="http://schemas.openxmlformats.org/officeDocument/2006/relationships/image" Target="/ppt/media/image2.png" Id="Rd48aab47f7a145fb" /><Relationship Type="http://schemas.openxmlformats.org/officeDocument/2006/relationships/notesSlide" Target="/ppt/notesSlides/notesSlide1.xml" Id="R87c4dd7a54e74f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0e5010abd441f" /><Relationship Type="http://schemas.openxmlformats.org/officeDocument/2006/relationships/image" Target="/ppt/media/image3.png" Id="R8cf79434e7144923" /><Relationship Type="http://schemas.openxmlformats.org/officeDocument/2006/relationships/notesSlide" Target="/ppt/notesSlides/notesSlide2.xml" Id="Ra9529379664a4a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ba93d1df44260" /><Relationship Type="http://schemas.openxmlformats.org/officeDocument/2006/relationships/image" Target="/ppt/media/image4.png" Id="R46afdff7751d496e" /><Relationship Type="http://schemas.openxmlformats.org/officeDocument/2006/relationships/notesSlide" Target="/ppt/notesSlides/notesSlide3.xml" Id="R9665b8c2321141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b2aff303b4a44" /><Relationship Type="http://schemas.openxmlformats.org/officeDocument/2006/relationships/image" Target="/ppt/media/image5.png" Id="R183ab82060e14c09" /><Relationship Type="http://schemas.openxmlformats.org/officeDocument/2006/relationships/notesSlide" Target="/ppt/notesSlides/notesSlide4.xml" Id="R07062a5e2dec4d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bcbfae6dc4bea" /><Relationship Type="http://schemas.openxmlformats.org/officeDocument/2006/relationships/image" Target="/ppt/media/image6.png" Id="Rad411a028ccb41d8" /><Relationship Type="http://schemas.openxmlformats.org/officeDocument/2006/relationships/notesSlide" Target="/ppt/notesSlides/notesSlide5.xml" Id="Rac68782bb85c47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df2b28a5a4572" /><Relationship Type="http://schemas.openxmlformats.org/officeDocument/2006/relationships/image" Target="/ppt/media/image7.png" Id="R99f2ff543cd14484" /><Relationship Type="http://schemas.openxmlformats.org/officeDocument/2006/relationships/notesSlide" Target="/ppt/notesSlides/notesSlide6.xml" Id="Ra1927808a02b4e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e8355f40e402a" /><Relationship Type="http://schemas.openxmlformats.org/officeDocument/2006/relationships/image" Target="/ppt/media/image8.png" Id="R5eb9fb83515f4c99" /><Relationship Type="http://schemas.openxmlformats.org/officeDocument/2006/relationships/notesSlide" Target="/ppt/notesSlides/notesSlide7.xml" Id="R1bea98b69feb4c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37c98072747ca" /><Relationship Type="http://schemas.openxmlformats.org/officeDocument/2006/relationships/image" Target="/ppt/media/image9.png" Id="Rf86fd57459704746" /><Relationship Type="http://schemas.openxmlformats.org/officeDocument/2006/relationships/notesSlide" Target="/ppt/notesSlides/notesSlide8.xml" Id="R4d862ae9f0bc4b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3c3003a4a4750" /><Relationship Type="http://schemas.openxmlformats.org/officeDocument/2006/relationships/image" Target="/ppt/media/image10.png" Id="Rda389f2d1aeb4692" /><Relationship Type="http://schemas.openxmlformats.org/officeDocument/2006/relationships/notesSlide" Target="/ppt/notesSlides/notesSlide9.xml" Id="R067c42f92a294e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fe1d9ad2d4862" /><Relationship Type="http://schemas.openxmlformats.org/officeDocument/2006/relationships/image" Target="/ppt/media/image11.png" Id="Re5cbe8b989a041e8" /><Relationship Type="http://schemas.openxmlformats.org/officeDocument/2006/relationships/notesSlide" Target="/ppt/notesSlides/notesSlide10.xml" Id="R333a7910dc1345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b9c87f5964336" /><Relationship Type="http://schemas.openxmlformats.org/officeDocument/2006/relationships/image" Target="/ppt/media/image12.png" Id="R96edce01e61848d7" /><Relationship Type="http://schemas.openxmlformats.org/officeDocument/2006/relationships/notesSlide" Target="/ppt/notesSlides/notesSlide11.xml" Id="R3576f3c7ede940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95cbd9c12498d" /><Relationship Type="http://schemas.openxmlformats.org/officeDocument/2006/relationships/image" Target="/ppt/media/image13.png" Id="R94c491ba6810488c" /><Relationship Type="http://schemas.openxmlformats.org/officeDocument/2006/relationships/notesSlide" Target="/ppt/notesSlides/notesSlide12.xml" Id="R39b6fa1389a143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e5413244e4696" /><Relationship Type="http://schemas.openxmlformats.org/officeDocument/2006/relationships/image" Target="/ppt/media/image14.png" Id="R16993b80195f4268" /><Relationship Type="http://schemas.openxmlformats.org/officeDocument/2006/relationships/notesSlide" Target="/ppt/notesSlides/notesSlide13.xml" Id="R2d2f15facba547e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bcaa3fc8144bb" /><Relationship Type="http://schemas.openxmlformats.org/officeDocument/2006/relationships/image" Target="/ppt/media/image15.png" Id="Rd49d3e47cc794c63" /><Relationship Type="http://schemas.openxmlformats.org/officeDocument/2006/relationships/notesSlide" Target="/ppt/notesSlides/notesSlide14.xml" Id="Rdeb9e7a469504c5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0ed8a9d594d4c" /><Relationship Type="http://schemas.openxmlformats.org/officeDocument/2006/relationships/image" Target="/ppt/media/image16.png" Id="Rc3ededa9a5e64f85" /><Relationship Type="http://schemas.openxmlformats.org/officeDocument/2006/relationships/notesSlide" Target="/ppt/notesSlides/notesSlide15.xml" Id="Rf11df4158268493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99cc681934230" /><Relationship Type="http://schemas.openxmlformats.org/officeDocument/2006/relationships/image" Target="/ppt/media/image17.png" Id="R0af6eed3651b4207" /><Relationship Type="http://schemas.openxmlformats.org/officeDocument/2006/relationships/notesSlide" Target="/ppt/notesSlides/notesSlide16.xml" Id="R2d8f70ae8ef44c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907d3c586649bd"/>
          <a:stretch xmlns:a="http://schemas.openxmlformats.org/drawingml/2006/main"/>
        </p:blipFill>
        <p:spPr>
          <a:xfrm xmlns:a="http://schemas.openxmlformats.org/drawingml/2006/main">
            <a:off x="533400" y="5143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6E406-BFD4-4F26-B4FB-3A73FDC7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000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CRM Передача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C18A45-C81F-4E86-8A65-5B047697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Инструкция</a:t>
            </a:r>
          </a:p>
          <a:p xmlns:a="http://schemas.openxmlformats.org/drawingml/2006/main">
            <a:pPr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по работе в CRM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DDE00-FDAB-452C-A9D8-D3FC43CC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Пошаговая памятка: куда зайти, что нажать и как проверить результат.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2F240-A76F-4A90-8C0A-B7B80368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7622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ED321"/>
          </a:solidFill>
          <a:ln xmlns:a="http://schemas.openxmlformats.org/drawingml/2006/main" w="11430">
            <a:solidFill>
              <a:srgbClr val="7ED32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C3D58-94F4-482B-B172-9446950E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623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сотрудников передачи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6829D2-C33F-4281-8824-C0028D6A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24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aab47f7a145fb"/>
          <a:stretch xmlns:a="http://schemas.openxmlformats.org/drawingml/2006/main"/>
        </p:blipFill>
        <p:spPr>
          <a:xfrm xmlns:a="http://schemas.openxmlformats.org/drawingml/2006/main">
            <a:off x="8810625" y="226695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75ECDE-8B5A-4684-A15A-A370C305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86300"/>
            <a:ext cx="22669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31A071-E335-4F3B-92A8-85970E1C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291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Замечания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505005-0CC4-4FD1-99FA-626A8389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86300"/>
            <a:ext cx="1714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AB2B31-A775-4BB3-8F54-7B904085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8291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Документы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62C45A-DA31-43B9-9B48-9A8A090C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467350"/>
            <a:ext cx="2476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E06D7-B393-4633-B26C-E5520DD7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102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Задачи и материалы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2C90EB-AF17-48DA-A472-9E69D338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</p:spTree>
    <p:extLst>
      <p:ext uri="{BB962C8B-B14F-4D97-AF65-F5344CB8AC3E}">
        <p14:creationId xmlns:p14="http://schemas.microsoft.com/office/powerpoint/2010/main" val="5185558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9CC1A6B-91FC-4C7B-9F24-2325B586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DE638-DCBF-430E-85BE-9EA744CE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f79434e7144923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720E9-F9F9-46F9-A42E-51D5A769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02 · ОБЗОР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C0F62-33ED-467F-A9A7-1DDFD782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Карта функций в CRM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30F04-143C-40D3-AF2B-42851B49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Все функции ниже раскрыты отдельными пошаговыми слайдами.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F9432-454A-48A1-BBC0-B406D697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99957-DD3D-4022-877C-6208EFBF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97629-4F8A-4BB0-92D9-25BAC423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36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450DB-39BB-465D-B004-01F514F6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670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3768F9-FD2C-40AE-90AA-AC52F39C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098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Автоматическое распознавание актов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0D041D-C398-4B65-BE41-05F84580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4800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Замечания → Добавить с акта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1C1D95-64F8-47D9-AB48-9AEEDB04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385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Загрузка PDF и проверка строк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CCB4B-60D9-4F64-BBDF-F9502F8B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64D8F4-F011-4C63-B6DD-EA71CD39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336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D50F9A-8E05-4A09-A751-21E8CA22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670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C4E9A4-2772-4DC4-AB23-1CF9242C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098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Ручное добавление замечаний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4D8540-9A79-4BC2-B8A3-8038FB39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4800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Замечания → Добавить вручную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46665D-3264-4C06-9EC5-4C2A1042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385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Ввод квартиры, даты и пунктов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AB8198-77FC-402B-B250-D918E0E0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0E114C-12B1-4266-A2B0-C9637340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576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0DC64E-07A5-4E95-9E00-345EDD10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909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769B7E-8360-4EBB-98B4-895E06AD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7338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Кнопка ПО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5C7448-24BB-4AEE-97B7-F61DC296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719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 форме добавления акта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5707E1-7CE5-49F1-A512-F1F37EDD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624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Повторный осмотр без дублей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DD47FD-7BC8-4CD1-BAA5-305CB148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020B8B-295A-4D8E-B3F2-6C526B88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576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507BA7-BE27-4227-9E92-FCA691EB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909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322C6D-CD0C-47FD-882D-FAAEFFDE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338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Генерация АВР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DA9444-7E6F-490F-B1D0-2F63BAC6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719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АВР → выбрать помещение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AA7295-71D2-472A-8651-F36050D9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624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Word по данным CRM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84C923-1CB0-4A9B-9BC0-B4635C2A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952EBD-5C50-458A-A257-5402C494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815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B5C9CC-F54E-4DDD-B42E-0116795C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149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DD4DEC-F4A1-43AC-B02E-11A5737B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Претензии подрядчикам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12F319-E2FD-4C8F-9DF9-B26B9A24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9590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Подрядчики → раздел работ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99A827-B311-45F3-9715-F77FD45F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864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Word по исполнителю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A620B8-7BF7-4441-83CA-DE61BD40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2440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1DCCA8-61CE-4C60-8AF1-EBD40D30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815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6956A3-2089-4F1D-BEA5-58C68F3C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149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309B8C-2CA9-4965-BBB2-6114795A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577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Выдача задач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D08F3E-1BAF-47E3-BF54-F8DAFD94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9590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Выдача задач → выбрать замечания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2978E8-1852-4468-9718-B1A01C29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48640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Назначение сотруднику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8DEF9C-7C2E-4725-B4F3-08F427BE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2381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FE8BEF-960C-4FB3-A6AC-ADA76B6E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6740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07  Квартиры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F3D7510-7B17-443A-B8BE-A4BD7DDA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772150"/>
            <a:ext cx="2381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3C2D7E1-5089-4D8B-BFB8-82C01F12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86740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08  Отчет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C12ED9-4422-48C7-94FE-00829FE3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772150"/>
            <a:ext cx="2381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C3ECB1-78A7-4DC7-AD83-C2B7FA33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6740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09  Расход материалов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1FBBD4B-80F9-4DBD-9106-11D88806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772150"/>
            <a:ext cx="2381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5B0D65A-0FAD-4769-A86C-3E0B241F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86740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10  Замеры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F999374-3750-45EF-8DC7-ED04A2E7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29350"/>
            <a:ext cx="2381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00AC54D-E070-4F48-B63A-2E4D3B0B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32460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11  Почта и телефон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DDEB44E-D0C5-4669-B049-9C9F3125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6229350"/>
            <a:ext cx="2381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960FC14-61A0-4541-8630-07945DD1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32460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12  Подключение 2FA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7DDAF2C-2459-447B-8EBB-B593987A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229350"/>
            <a:ext cx="2381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4525FE9-331E-4D63-B191-A28D7370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2460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13  Смена пароля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8B76E1D-34EA-4F8A-A6AD-6F90DDEF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6229350"/>
            <a:ext cx="2381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CC6860D-937B-4A1C-B772-595CA329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32460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14  Excel</a:t>
            </a:r>
          </a:p>
        </p:txBody>
      </p:sp>
    </p:spTree>
    <p:extLst>
      <p:ext uri="{BB962C8B-B14F-4D97-AF65-F5344CB8AC3E}">
        <p14:creationId xmlns:p14="http://schemas.microsoft.com/office/powerpoint/2010/main" val="8996679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BA598F-96A1-46D8-85C1-5D210DBA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F88464-F8F8-47BD-9196-9D89E727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fdff7751d496e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5D36E-EAFB-437C-9C0B-FBB33CCF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03 · ЗАМЕЧАНИЯ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B06985-18A7-4D56-A6A3-AA0E7913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Добавление замечаний автоматически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E793B-0799-4811-9911-178C47EE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PDF-акт распознается в CRM, но перед сохранением строки нужно проверить.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2C116C-E169-4E91-A75A-DB87CB8E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2005B-BA26-4B47-BA84-DA5FA85D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CE6A31-0B94-4988-A4CD-9BF65DBE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36201-221B-40E1-990E-63A578D6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49D3A-52B7-4569-8FF7-B9142166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форму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88E9E0-C11B-4B5D-99C6-A34D2B22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Замечания, затем Добавить с акта.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543D1B-FC7E-4C6F-A4F7-0550C911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7930BB-D1AC-4A78-B0F6-5F4AEAC0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AE7604-6610-4D2A-B4D1-5A7075FC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2B2C5-D1A1-4AEE-87C4-CD047FE7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Загрузите PDF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9BCE0B-EB0A-4575-A1BB-CE219A89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Выберите PDF и приложите акт осмотра.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8457F6-780F-45A8-A7FD-8D2DB398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463D7D-C9EE-470B-8977-D1CE8DB0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FF06F7-79CF-4D66-A8FA-64BA4F1C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D5A6F5-5246-4B0C-9454-A842D0A6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распознавание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8055BA-92AC-429E-BDF7-CF5FBA34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покажет квартиру, дату, пункт и текст каждой строки.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1CC73D-C440-4D7C-B008-E2A18182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3CD31B-49E3-4AD2-B15B-67610A01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65C4CC-C18E-442E-90C1-CFF63BB7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1CCD7D-6AC4-4A0C-A4A5-BDC3FA8E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Снимите лишние галочки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AE799D-5EC6-4C52-8FA5-8DC5CCE5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строку не нужно заносить, уберите галочку Оставить.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DE7393-B6B7-4EE1-AD17-D6386B54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CC15F0-9282-4A75-A137-35A791A4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58B545-1B46-48F8-8E32-84D95037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366605-7057-485F-8B94-DC7A4EF9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FD260D-AF09-4D2F-86AF-079A74CF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Поставьте подтверждение проверки и нажмите Сохранить.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17043A-ABAA-42C0-8BE8-18E84CCD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61C0E1-640A-473F-8583-F0DE323F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1CBC3D-9769-45B0-BA8E-306F4FE9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Строка без галочки не сохраняется, даже если в ней остался текст.</a:t>
            </a:r>
          </a:p>
        </p:txBody>
      </p:sp>
    </p:spTree>
    <p:extLst>
      <p:ext uri="{BB962C8B-B14F-4D97-AF65-F5344CB8AC3E}">
        <p14:creationId xmlns:p14="http://schemas.microsoft.com/office/powerpoint/2010/main" val="6853355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6DC5B6-3E1E-471A-BB7F-320F803C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2B4DD-57E7-4B41-B57E-EB7044E0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3ab82060e14c09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82C98-1EE3-4BE1-8C28-A9C62527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04 · ПОВТОРНЫЙ ОСМОТР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A535E-A401-4CBF-A442-C6A7CC24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Кнопка ПО при повторном осмотре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1AA86-237F-43AE-AFA5-91522887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 используется, когда загружается акт повторного осмотра по квартире с уже существующими замечаниями.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A6D41-0572-4CF4-8572-738DC8BC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F3E23-F7F9-4E2A-A988-945DDBEE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51DAF-BD27-4F6D-9BBF-AF4E02A1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DED0E-4342-4A0C-8ADC-46868749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A0A402-993F-49BF-8C43-BF2D6A24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Включите ПО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3CDBC-430C-4363-AD16-C1F31DE0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форме акта нажмите кнопку ПО перед сохранением.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4A7809-7363-4465-BB1D-143186EA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9BFC5-B1F1-4F21-A07A-A86FE637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28BA6F-C00C-4929-A316-B0936314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A78A85-53F9-4EA8-A203-4D3E5B8D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новые строки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7B06A1-3738-44F4-967C-CD8F61F5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Оставьте галочки только у новых замечаний из повторного акта.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246C5D-7533-4ECA-A5B7-07C553BD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877542-A7F0-4556-B4A7-C7B3BBB8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A57CB8-2FAE-499B-8954-737C6687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D8BA49-42CC-4571-8429-BFCAA77A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акт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D18409-46EE-4FC2-830B-2DF95B04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переведет старые невыполненные замечания в Выполнено.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0906CA-FB2D-4855-8612-8C835D98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BD3F2B-A5F1-4245-8C61-881138F5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CA0203-0D38-429F-8C81-79F35527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13C5A6-950D-43C6-A9AA-24199A3B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дубли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481E84-B094-4BDE-AB88-E33F2BE9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Идентичные замечания остаются как есть и не создают вторую строку.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4F472B-3051-49E8-B678-15DEA7EB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32E8AE-B313-4775-BAE2-918309B1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AA6D22-FCF4-4BD2-84F7-E46237E1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223754-9D7C-4DDB-8B10-FA80F8DD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Если CRM предупреждает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8832A5-39F6-4A4A-BCDC-8A074031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Сообщение про ПО означает, что в квартире уже много замечаний.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992D70-F5D6-47D0-93C0-F887C218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BE5C12-B23B-4148-AD12-D2DA276A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88EBF6-D3B9-4A8A-8117-62398775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Старые строки закрываются, новые добавляются со статусом Не выполнено.</a:t>
            </a:r>
          </a:p>
        </p:txBody>
      </p:sp>
    </p:spTree>
    <p:extLst>
      <p:ext uri="{BB962C8B-B14F-4D97-AF65-F5344CB8AC3E}">
        <p14:creationId xmlns:p14="http://schemas.microsoft.com/office/powerpoint/2010/main" val="20393742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14913A-F458-4DED-A424-CEF74D86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37237-78A1-4DA4-8459-4DDD41F1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411a028ccb41d8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A9C47-0554-4F17-A8CC-CDB5AFEB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05 · ЗАМЕЧАНИЯ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A92A5-7E67-4D78-A1F4-380FDC16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Добавление замечаний вручную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033DA-912E-49CD-A68E-2621C0DA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Ручной ввод нужен, если PDF не подходит или замечание нужно добавить без акта.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B4065-81EC-4C5F-9536-F1EB232F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6AF3F-D85A-4CF0-9A49-7FEAA8C5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DBD04E-720D-4777-B1A6-E8F56CB3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C11EAA-49F4-49BD-83C2-D290A9F0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84B2E-1D3D-4577-BB61-1D7797EE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форму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3B3AA-6EB9-4865-BC9C-888D8699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Зайдите в Замечания и нажмите Добавить вручную.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790574-46D9-4B6C-82D5-ABACFEED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D9E7DF-7274-44AA-8200-F1ACD205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0ED0E8-083B-4528-8F8F-8AF87797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9B2B5F-A9FC-4EEE-B29F-62B3462F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помещение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5384EE-E49D-4EFE-B83D-1DD63928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Укажите квартиру или коммерцию, затем дату осмотра.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240B0A-FC0A-400A-8826-547707C8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29D19B-EBA5-4A31-87C7-FBEDF2B3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569A99-003C-40CF-8AE0-0E2DF0CF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C7ECBC-594A-4724-8F88-89FDE619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пункт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4DB18E-BB98-4ABC-887B-51021D13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каждой строке выберите пункт от 10 и выше.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9254D8-C341-49FD-888B-E2A01B92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F54F5D-F984-438A-A6BC-76ED8E34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028AF9-9EB1-4F1B-8BAE-14959436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F54B16-4BA3-43E4-9E8D-ADA505D9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Введите текст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894EC9-AABB-4AD5-B4A9-5EF61936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Запишите замечание в поле Замечание. Можно добавить несколько строк.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89455E-D66B-4029-8A8F-ED8DA239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E9BC5B-4BB6-47E8-89A5-2EBFA8DD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027C66-53C9-418F-BAF0-11106664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3E3739-2D83-4547-90EF-56D8B6DF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75F6DC-FA59-44E9-857F-477E7078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Проверьте галочки, при повторном осмотре включите ПО.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758481-269B-41F7-9C69-23CB5163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781AEE-E786-4D0D-820D-90EDD780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Защита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F65684-5A9C-4792-AAB2-C8359485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 квартире уже есть замечания и добавляется несколько пунктов, CRM просит поставить ПО.</a:t>
            </a:r>
          </a:p>
        </p:txBody>
      </p:sp>
    </p:spTree>
    <p:extLst>
      <p:ext uri="{BB962C8B-B14F-4D97-AF65-F5344CB8AC3E}">
        <p14:creationId xmlns:p14="http://schemas.microsoft.com/office/powerpoint/2010/main" val="2595998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734938-FC91-49B6-92D4-7766E142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8E7E5-A6C2-4C52-A8BC-D268AA7F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2ff543cd14484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16F80-14F2-4FA4-9CAA-5A9C525B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06 · АВР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E1DFE-B81B-4A6D-ABF0-CFE2E3A3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Генерация АВР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513E1-F777-472A-857A-AC65A69B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АВР формируется по данным квартиры и замечаниям, которые уже есть в CRM.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88C19-2AE6-4133-BCBB-6D04A01C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D9687-62C7-4D53-9AB1-BC4973C2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3A7E23-ED57-46AC-BC83-71CE61E4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E4A61-BD86-43C8-AAD9-AA210BB6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3C050F-EAA0-4577-9832-220AD407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раздел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8C4096-8D14-4096-BCC5-77AE39CE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АВР.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8C7933-816F-413E-BAAC-EA0C7763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0E726B-4E0A-45BE-B35D-87CDDE14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3B4B87-1D72-4F4F-B5B5-E872B27A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BC96FE-4F90-4DE5-B6EC-13A86111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помещение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6E978C-047C-49A7-B759-55D93536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Найдите квартиру или коммерцию через поиск.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FD1A29-17D3-468C-A916-DEA5027C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1AAD29-1DF0-4E1E-96BB-A3534924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9B9816-9528-4206-A6BB-F1B03FE8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7D3FAA-EB79-4A49-BBAB-915EB44E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данные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6A6418-AB89-4E95-B2ED-819EFBCB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Проверьте собственника, телефон, дату и список замечаний.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9E9DE8-00C1-4ED7-8D6D-3B3EA873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EA35AA-7751-44C4-88A1-F426E198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02FE1F-198A-4494-AA43-D8B5E887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BE41A3-5DE5-4EB6-BDEA-04632EEF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Сформировать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FFBC6F-261F-4037-A4F7-16D9A3D2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подготовит документ Word.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52C457-355B-41A2-8B34-4FE5101D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2B7980-5D15-45F1-ADA9-FEB64064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B22A62-F4F1-47B0-9397-82D4BFCA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2E8E93-37F0-4C50-AA5D-3A7E680E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Скачайте файл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CBEFF8-2CD4-4730-A1E8-95651D84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Откройте Word и проверьте реквизиты перед отправкой.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13F1A6-09C9-4980-B952-6B4648FB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C4210C-6D29-4BE1-9CDB-05759DB8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Перед созданием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062FFE-FA4D-48F4-AC2C-2F0B2DCA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данных собственника нет, заполните карточку помещения.</a:t>
            </a:r>
          </a:p>
        </p:txBody>
      </p:sp>
    </p:spTree>
    <p:extLst>
      <p:ext uri="{BB962C8B-B14F-4D97-AF65-F5344CB8AC3E}">
        <p14:creationId xmlns:p14="http://schemas.microsoft.com/office/powerpoint/2010/main" val="12603562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02861D-593C-436F-A933-9700451A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501D2-AB25-442A-8127-12DE44EB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b9fb83515f4c99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303435-FFA1-4FA9-AC9C-C32AAD10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07 · ПОДРЯДЧИКИ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12B0A-9AC0-40B1-A765-57FC8C63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Претензии подрядчикам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9277C-501B-4E6D-B7B4-2B9C7362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Претензия создается по выбранному подрядчику и его невыполненным работам.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9A673-2A73-482E-9324-75FA8C4A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43B00-3470-4D09-99E9-2D4EE30B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005C3-CDA2-4F08-9C5B-20FC8DA6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4763A-9DDE-4A14-949B-393A137C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EBFDB8-9BFD-4331-BAB9-F8E64DE8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Подрядчики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D3489-96A4-4B4B-97E5-05D2B2CA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Перейдите в Подрядчики и выберите нужный раздел работ.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01EC8-6FC2-4380-BFDA-8687FF02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D911D-FDBA-4CEE-B924-EA9A8B70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016F32-5650-46BA-9326-C7139936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BE7B83-1FB5-4D81-A292-DEA3F597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пункт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74A943-D60C-4EA8-8FB3-DFC07B34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Фильтруйте замечания по пункту и статусу.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3DA7A0-C556-48AC-A066-F70A3CCE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4FCA10-0C52-4310-A721-9B3686FB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E1ECE6-5D96-4667-B75F-CC1A0E38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B2ECA1-DAE7-4C21-80E1-CE8C0C96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подрядчика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3320DC-C313-4E5C-9D1F-75BCCC08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карточке подрядчика должны быть почта и телефон.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C8C85A-E792-45FA-ACA8-85C2031C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73F175-CBA7-4BC0-B54A-ECA942BE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28672B-3D8D-4AD3-9D7C-2A71DECC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A392B0-3D04-414C-AA6A-2040D540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претензию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97F895-34CB-495E-91DD-84D7AC58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Сформируйте Word по выбранным замечаниям.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AA2506-ED2E-4EA9-B51D-F27ED345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C9161F-1D0A-485F-B109-BA990717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BBC86D-54B9-44D1-ADD9-F4607C24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DB9C5F-9DC5-4924-B003-736B5F18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исполнителя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E02F14-80D7-4A2E-A000-47E61207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вы не Передача(Офис), CRM подставит данные аккаунта Передача(Офис).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F760DE-9DAC-4213-A3AF-B3636DCA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A4A3D3-ED88-412A-ABE2-177B5B15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D28A5D-A1FF-4914-965E-D00D7253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Пункт 26 называется Отступное (ТМЦ). Доп. соглашение не должно появляться как пункт 47.</a:t>
            </a:r>
          </a:p>
        </p:txBody>
      </p:sp>
    </p:spTree>
    <p:extLst>
      <p:ext uri="{BB962C8B-B14F-4D97-AF65-F5344CB8AC3E}">
        <p14:creationId xmlns:p14="http://schemas.microsoft.com/office/powerpoint/2010/main" val="1643851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DC97CB-1279-48A6-95FE-DB746548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6D014-2373-46DC-AE27-7182E14D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fd57459704746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9066E-E008-4EDA-8A0C-8E269AFC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08 · ЗАДАЧИ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A0172-1C92-4E32-8BAE-CB66C378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Выдача задач сотрудникам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E378E-2978-4666-861F-CA2A10C4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Раздел нужен, чтобы передать конкретные замечания в работу исполнителю.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7A8F99-6365-4590-BE5A-7DEDCCFE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A6997-0254-4D5B-A026-60C49CAD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AEDC3-E464-4CEB-A86E-18A76421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4146F8-D667-4064-B962-93E9D4D0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A853E-44AF-4B05-8892-D5C7B2C2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раздел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5E8363-9D5F-4860-A6BD-AEF1C6B4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Выдача задач.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F04060-1CC0-433B-BEAB-1742B0EC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FE527C-A8E9-441C-9F38-00B2414D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DE5825-804E-423C-8E9D-22A752D4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12AC10-675D-4CEA-BF3F-1F296353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Отфильтруйте список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528239-853A-4E92-9E48-DE3AA8CD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Выберите квартиру, пункт, статус или исполнителя.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868CD7-3C1E-4472-8E6E-ED44C94D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CA381F-E802-4CED-97B0-DDEEE8DB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E3E52E-9CC4-4F4A-AB2E-A33B233B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AC96B3-4EC7-442B-8F79-9C1BCECA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Отметьте замечания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D885C2-B4F6-4A7F-B974-CF9EC78F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Поставьте галочки у строк, которые нужно выдать.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6483AD-CEED-4D37-A226-00C54DAE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F0EEA0-0E69-43DA-ADDC-0289B106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60C6CC-5D84-46A0-BB8F-D8F34A29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65EB28-AC61-4F92-8253-0025DDB7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сотрудника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202E07-EE64-4ACC-AF2D-3A0ACAD1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Укажите исполнителя и дату выдачи.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20BDD3-1DD7-4D9C-BC35-C454EC34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B630C2-D1F1-44B6-8138-9EB6816F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0A3936-10B0-4871-A665-1F3E8415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D145BD-E977-4E43-8475-E329B25C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выдачу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402A06-8C51-43EC-9D3F-CD92B322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После сохранения задачи появятся у сотрудника в его списке.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293D14-89B5-4F7F-AE99-F740331E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399B98-7978-47B3-8804-B438BC0E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0AAD74-C2F1-48CB-A44F-B76778A6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Выдавайте только актуальные невыполненные замечания.</a:t>
            </a:r>
          </a:p>
        </p:txBody>
      </p:sp>
    </p:spTree>
    <p:extLst>
      <p:ext uri="{BB962C8B-B14F-4D97-AF65-F5344CB8AC3E}">
        <p14:creationId xmlns:p14="http://schemas.microsoft.com/office/powerpoint/2010/main" val="20584661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A29502-E9C1-41D8-B2D0-FA0CAF72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0E933-D27F-4A00-8EDC-5B2C7A10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89f2d1aeb4692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279D9-6C8E-481B-90A6-484CFD84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09 · КВАРТИРЫ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3810A-6B48-4785-B435-9D803ACD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Квартиры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AD572-E182-432B-B9DC-F89B541B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Раздел показывает помещения, готовность, статусы осмотра, АВР и комментарии.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2741F-703B-40B6-99DC-754133A2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4C7CF-CF14-48EA-A355-4559C33D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E2B39-8E7C-439F-9C01-494A4947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28971C-708C-41AF-BB23-F5F16152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87166-091E-492C-9961-8A6C4C2C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Квартиры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1F5039-47F9-4833-948D-1CF40FFA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Квартиры.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B1E1BB-112D-4BAD-8F0D-EE1002F4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4D9610-7823-4DD8-9447-9DA9B172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9AE6DC-424F-4C24-B854-25C880BB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E123E-EE36-430E-8C9A-74501215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Найдите помещение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B38621-0160-445B-8524-E9A8FE5F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Введите номер квартиры или текст в поле Поиск.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07D60C-B050-4746-ADF2-72529436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E0643C-5902-4D41-8B67-27366A08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181620-E904-4D08-9FA1-E79991E6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9FCF8E-8A12-4E4F-9078-894574EC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Примените фильтры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ED417E-CCD9-45E5-84B4-9131D8AE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Выберите Осмотр, АПП, АВР, внутренний статус и отделку.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EBED59-1989-402D-B356-8F67422C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377808-6EAE-4EC9-830E-37D32D8C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051872-4952-4EAF-907C-7EF00B76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CFB690-AE56-48EE-B5B9-96570E74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карточку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59E91A-5B54-48A2-8F33-44A5A58F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на нужную карточку квартиры или коммерции.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D6CBAB-03C4-4636-9D48-4121F58E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278521-EEB5-4E05-AB43-8150CC09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71E12C-AD45-4295-BEAD-134EC19F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F1FDDA-AB0E-4FB4-B06C-DD9F9239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данные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4B8C8F-164F-4609-85D4-C4F6ADC6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карточке смотрите замечания, комментарии, историю, готовность и статусы.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2CE6E3-28EC-412F-A8D5-0224A63A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78AFCA-131C-445D-89DB-3CC0614B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Подсказка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C795AF-2488-4C6E-A78E-4509FC94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Желтые карточки обозначают непроданные помещения. Для них строка осмотра не нужна.</a:t>
            </a:r>
          </a:p>
        </p:txBody>
      </p:sp>
    </p:spTree>
    <p:extLst>
      <p:ext uri="{BB962C8B-B14F-4D97-AF65-F5344CB8AC3E}">
        <p14:creationId xmlns:p14="http://schemas.microsoft.com/office/powerpoint/2010/main" val="14899124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3AD835-EEDC-4090-B50F-020128C7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3BAD6-0F2D-4297-A3D8-752F1581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cbe8b989a041e8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AAFE3-0A35-48F3-99EC-F4EBCF9B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10 · ОТЧЕТ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12010-08DB-452C-A84A-00C2A8DD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Отчет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3DD0C-67B9-4524-8249-F12A79CC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Отчет нужен для контроля готовности объекта, статусов и общего количества работ.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5F7E9-CF49-4372-8D0E-51B212C2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B910A-F3BF-488D-87F0-945AE594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AEB9D-1D1B-461E-9781-8E51ED24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AF4A61-8802-45EF-87EF-201D16C0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C969D-283A-4E0A-93B4-EAA72BB8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Отчет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7B0FA5-6E8D-4A47-8A45-D8F9B571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Отчет.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1C2441-E9A9-46F3-B781-3C428C68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F0A1E-C5AB-4B45-B9D8-2CC1C365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EA21A5-0C11-4850-A291-34560FB7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9702FA-0DD3-451F-B565-6025028F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сводку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6EB5F2-A03D-4E1B-8BF5-15369AAA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Посмотрите количество помещений, замечаний и готовность по объекту.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71FFEF-4731-4E5A-992B-0DB76EC2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53CF68-FD29-4277-93F9-80D71594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E3E417-2C82-4361-AAB2-1C1C1340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3506C3-99B2-4F03-8C0A-347CBB6C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Используйте фильтры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80D990-AE3B-44DE-B1A1-EC22A67C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Выберите нужный статус, отделку или другую доступную группировку.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BCD988-D683-4263-A4F3-45088251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24AD8F-1700-46EB-B49D-01EC34A5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A00DE3-1E03-4AB8-B709-39D60425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BF5AE8-9EBA-4918-8587-2FC35E35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Сравните показатели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D93E4C-4499-4760-B975-047D6039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Проверьте выполненные и оставшиеся работы перед выгрузкой или планеркой.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B5DF38-AB35-43E7-A987-1B603E9C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AAC01A-B72E-4647-B33E-41B4A93F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3F8B28-5E9A-4F00-9D3E-3B054C65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0C0DCC-B300-4555-8D33-A6EC076D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детали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84CDF2-FC69-4442-97E7-4D2C2BBF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Переходите из отчета в нужный раздел, если нужно проверить конкретную строку.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D2517D-D8BF-4506-B96B-095CE51B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507DD3-D74B-4B53-A6EA-1A307B59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Контроль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272471-FB93-46C1-BC6E-FAB37037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цифры в отчете не совпадают с карточками, сначала проверьте фильтры и выбранный объект.</a:t>
            </a:r>
          </a:p>
        </p:txBody>
      </p:sp>
    </p:spTree>
    <p:extLst>
      <p:ext uri="{BB962C8B-B14F-4D97-AF65-F5344CB8AC3E}">
        <p14:creationId xmlns:p14="http://schemas.microsoft.com/office/powerpoint/2010/main" val="10656120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8E7651-B0B8-46E0-81F5-88A70EF2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17EE9-3E9F-4F1E-9C2E-C45B4F84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dce01e61848d7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1FEF6-6269-4555-90F5-B4C477F4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11 · МАТЕРИАЛЫ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626C2-6A90-4F08-945C-5215384F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Расход материалов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FAE00-7643-44D4-BF10-EDF3B462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Материалы списываются на конкретную работу, чтобы сохранить историю расхода.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6A9F1-262C-4934-A452-36637A2E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1EFF9-38D2-40DC-A608-45501AF8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0D0B9A-DAA9-4277-AC26-45146DD7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4862F-E938-40C9-B333-A6F111F3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B06DD9-A40C-44F8-924A-00D29A29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раздел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144F38-6260-4512-BCA5-DC695F58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Расход материалов.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89A230-D8F6-4FA7-BBC3-DF36ADB6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6A10BA-23DA-4B93-8719-D6AE276D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378C19-4848-4799-AAB2-40C6066D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6A42DF-3587-42E3-A3F3-30560D27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Создайте запись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9410D4-0041-4716-A087-F34DEA5E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добавление расхода и выберите квартиру или коммерцию.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97F56B-7051-4945-9200-2D0C2C10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8D94C1-CA86-4C86-B631-CA143019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FA6302-3EDA-4FE4-A7E1-CAF13C39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DD0655-74BA-43C8-861B-07508178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работу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C3AC0D-485F-4271-A6FF-442A8BFC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Привяжите материал к конкретному замечанию или пункту работ.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C6276F-31BA-4C2E-96B7-49E8C7B7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263385-1F00-4C94-906A-8EDE6B5B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187F44-7CBB-4F62-9E31-AD111C4B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019E64-3780-4B07-A420-356F6AD4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Укажите материал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FEDD80-BFA1-4BEF-9260-D6BEE56A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Заполните наименование, единицу измерения и количество.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A804F9-1EA6-4C1A-AE35-5F381029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47EA5B-C284-4DDE-97A1-9BAA5755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4FE1BC-19D9-4856-96A4-AAAD57B6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820DB5-F02C-4FB5-9A7C-80A559AD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расход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FEC980-D5A7-4D3E-9593-C54E6FB9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После сохранения проверьте запись в списке и истории помещения.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5BDCA6-D619-46A2-B4F9-E2636C13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7C5793-A14E-4EEF-A69C-2E6927E9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Правило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223755-20A6-44E3-BC17-42663080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Не списывайте материал без привязки к работе: потом сложно проверить расход.</a:t>
            </a:r>
          </a:p>
        </p:txBody>
      </p:sp>
    </p:spTree>
    <p:extLst>
      <p:ext uri="{BB962C8B-B14F-4D97-AF65-F5344CB8AC3E}">
        <p14:creationId xmlns:p14="http://schemas.microsoft.com/office/powerpoint/2010/main" val="3593932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4EC793-5BFF-46B3-9497-2E9465E5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900E1-BD77-4651-871A-6AA9BA67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c491ba6810488c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A4BD9-E4F6-458D-ADF2-E179F2C5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12 · ЗАМЕРЫ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22DE4-4C45-4872-9EE6-1AF2FCC9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Замеры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2AB22-C20E-4731-8610-7E96BE90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Замеры помогают отдельно контролировать задачи по стеклу и связанным работам.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7EE46-E8D8-45F3-8586-0BE72E19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7BECD2-D647-4B3F-BBCE-08FCF3D0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AF686-7467-4688-9A4E-004136A0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FADE7-D504-4B10-A1C5-FCAC8A8F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1F872F-6B64-43A0-B68D-832718EC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Замеры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38F3B5-9AFF-432C-A9E0-54BCBD0B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Замеры.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29FCE7-73D1-4FFE-9AB1-04806BBC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966F60-04D7-43E3-A558-C6A28BD8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1883ED-1506-4F2F-9782-2F2116FC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31B5E-A936-4215-84A1-03C52509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Создайте задачу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1F690E-AE12-472C-9B75-92BBCF45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Добавить задачу, выберите помещение и заполните текст.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209F43-4A03-47F3-B634-1EEEEDF0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514E42-E080-4BF9-8CB7-AB39515C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C785B3-403A-450D-BA91-DC749597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A25328-30B3-47D2-8497-6D82B30D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Работайте со списком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BBCCBF-42B2-452E-9571-5EC932B2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Сначала отображаются невыполненные задачи, выполненные уходят в конец.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0572B7-0318-4E36-A7D3-EE6E64EB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C77772-F58E-406A-80D6-5A881655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BCC509-C0CB-4FAF-97E2-97E889C5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5B47AD-8401-4ECE-8018-CAC1162A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Меняйте статус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19AC73-28F6-4C32-B0C4-C6DF7F6C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После выполнения отметьте задачу как выполненную или заказанную.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967F30-E581-40E4-8928-F87126DF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223DC4-BE1A-4972-B1D3-1B8B8837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CB4292-D2B5-451E-8116-AEA44260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C1B3A0-61FE-46B7-9201-D6892F55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Проверяйте карточку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972C43-658E-4696-8313-CB17E00A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Открывайте карточку задачи, если нужен текст, история или действие.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314505-74BD-46B6-AC34-10D4E09B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DCA6CC-B4EA-451A-9DE9-00EA053B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Порядок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D935AB-64AA-4036-B81F-5120DB9E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выполненная строка выше невыполненной, проверьте фильтр, статус и текущую страницу.</a:t>
            </a:r>
          </a:p>
        </p:txBody>
      </p:sp>
    </p:spTree>
    <p:extLst>
      <p:ext uri="{BB962C8B-B14F-4D97-AF65-F5344CB8AC3E}">
        <p14:creationId xmlns:p14="http://schemas.microsoft.com/office/powerpoint/2010/main" val="14128744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9D0D54-AD85-40A5-9A72-D380D424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65CF7-4CCA-464C-9167-9BB7C865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993b80195f4268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E5F35-1EF1-4BC7-92CF-B31BEF15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13 · АККАУНТ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B82843-E7FD-4D16-91F5-84F8F48C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Почта и телефон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98B0E-B41F-4389-A7EB-8031E74A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Почта и номер телефона нужны для профиля и документов, которые CRM формирует по пользователю.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B18C1-74CB-42CB-9308-D85E53E4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D8563-8DBD-4CAD-AB70-71B1F7F0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361A7-5E10-4B06-AEBE-544E64CF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A63C33-E9D3-4F4D-A9CF-88CAC69F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7B9BF-2BC0-4BBE-B480-BED7A376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Аккаунт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A8907-B659-4C6C-BABF-6344EAF2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имя пользователя сверху справа и выберите Аккаунт.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0FCA94-453C-452C-85C8-CF166E25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90EF4-01BF-40C5-9787-AB643B2D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B341E6-AF9A-4A07-A195-9886630E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589CF2-8F61-4514-BF97-B4A7B73A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Найдите блок Профиль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325E88-6A86-43AB-A78E-4A163B9D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левой карточке откройте строки Email и Телефон.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D55721-17D1-4A5E-929D-729D89BC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1A766D-BB8E-409B-BF7B-D6179B8A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8B9A39-67DA-493E-AF2D-CEAB32F5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2CC675-CDE9-4EB9-9FC6-D58D1224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Введите email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982574-0EB9-430A-A661-0DE78C63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строке Email укажите рабочую почту без лишних пробелов.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999F08-A3CD-49B5-A136-1B73C367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5D87B8-61CD-463B-885A-286C25A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A21095-06DE-4C49-9717-10878A5C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B59A54-956A-4761-BF25-4799D944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Введите телефон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44D387-DC53-40D4-95E8-F3536D8A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строке Телефон укажите номер в рабочем формате.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F9B399-8AF3-4383-8958-DF574577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DBC3F7-9EB0-4E3E-9060-E4C6627A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59A033-455C-4FD3-A530-B722FB91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6EF601-C5FF-4A1E-894F-957AB981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данные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0917D8-7F8E-42E3-998F-760ABE61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Сохранить в профиле и проверьте уведомление об успешном сохранении.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A7FA36-3A50-469B-90C9-68FA807E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B5DA63-2D63-478E-9F09-601BAA70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336295-3F22-4E35-A480-AB0B9154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Эти контакты используются в документах, поэтому перед генерацией претензии проверьте email и телефон.</a:t>
            </a:r>
          </a:p>
        </p:txBody>
      </p:sp>
    </p:spTree>
    <p:extLst>
      <p:ext uri="{BB962C8B-B14F-4D97-AF65-F5344CB8AC3E}">
        <p14:creationId xmlns:p14="http://schemas.microsoft.com/office/powerpoint/2010/main" val="17624563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1347D4-ACED-4936-94D5-9D2A2271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9318D-210E-4C9E-97D5-8A52163B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9d3e47cc794c63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E6FDC-B095-4594-9B29-A433B45F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14 · АККАУНТ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4DF2B-3612-439C-97E9-3808F32A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Подключение 2FA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D0745-4B3A-4741-B740-8A2405E9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Двухэтапная аутентификация защищает вход в CRM кодом из приложения.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0CF37-E14A-4975-8FBC-5163F3F4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66074-9B7D-468A-8E4B-84B4EE16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EAB6F-EA53-4B16-85D5-4A38EF3A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876118-50D5-477B-8629-5DD8054F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EE7DF-4D82-4742-954F-026B29F6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Аккаунт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70195A-ADBD-4D07-B53C-4FF0CB8B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имя пользователя сверху справа и выберите Аккаунт.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25968-96BF-4B3D-A7A4-0610CA16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103E12-5FD9-4CE6-BCD8-FDD019E3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0C7A92-EBD8-4250-A655-0A525820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730971-56A5-4AF3-AF85-7382433D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Подключить 2FA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D3379C-4B3D-49F4-B5B9-0DC83B5A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Кнопка находится в правом блоке Двухэтапная аутентификация.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F38B2D-B587-4C6C-B15A-FBAD0622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4952AF-2169-4027-A11A-44AF9EBE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CFDAD4-8940-4E0C-9AAA-6A25A992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E67275-D35E-48CF-B8EA-3DACEBE4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Добавьте ключ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E207A7-2F43-48EA-8242-316C3470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Отсканируйте QR-код в Google Authenticator, Microsoft Authenticator или 1Password.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BBBB06-3205-4EE1-8B16-F225A36B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6B57A2-A7F4-4234-AF26-A71C3600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D0C54D-BF9D-4C52-A616-587677AA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43D7CD-C5E3-44DD-95BF-7BF4B54E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Введите код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39E171-C6EC-4DB4-8E91-A9A8744C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Введите шесть цифр из приложения в поле Код из приложения.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0549F0-9139-496A-B9A5-1DDD21C8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75E1ED-1883-4EFF-A8AF-94B5FD2B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569A4B-72F7-47C2-B97B-49F54DD0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F8800B-44D2-441A-A27A-F7401B78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Подтвердите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4FED28-6E90-4057-BA42-DA22A8D7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Подключить. После подключения при входе CRM запросит код.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F42A51-515A-4978-A39F-DEFF748A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33E449-4D10-4340-A787-D981C9A9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Если QR не читается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4AF3A4-FF1B-4D7C-879F-F6AC1A91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Скопируйте ключ для ручного ввода и добавьте его в приложение-аутентификатор.</a:t>
            </a:r>
          </a:p>
        </p:txBody>
      </p:sp>
    </p:spTree>
    <p:extLst>
      <p:ext uri="{BB962C8B-B14F-4D97-AF65-F5344CB8AC3E}">
        <p14:creationId xmlns:p14="http://schemas.microsoft.com/office/powerpoint/2010/main" val="782777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0DCE97-7792-4953-B198-773FA99A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3147E2-C044-4329-828E-0601D0A3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deda9a5e64f85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E0890-86E7-4813-84C2-6D4AD082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15 · АККАУНТ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747A4-B6AC-4B4C-A15F-F2906B88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Смена пароля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D21F6-010E-4AB8-8D4F-7CC0E86A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Пароль меняется на отдельной странице, чтобы не смешивать профиль и безопасность.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0E91C-A3B9-471D-B62A-AFE0DFFB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BF3BD-21E0-4A2E-8E2A-612B8330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79984-B156-4E55-95DE-102BCCB3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6BEE28-7273-4186-AB91-7669840E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BAE63-0C2F-4BE6-BD52-C1C82398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Аккаунт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26DDA3-4ED5-4E92-98CE-B9EFF613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имя пользователя сверху справа и выберите Аккаунт.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5D5E43-286E-406D-ACAB-02E392E4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82876C-72FC-4682-B8C2-6C1D767A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572D35-7C1E-47AB-A274-FE3D09B8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9DA4EF-06E3-405A-8BA9-B349A32F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Сменить пароль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C572A7-63E5-4CB4-9EFB-9834C683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Кнопка находится в блоке профиля.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6B93D4-0E62-4C22-8A4E-E0B3E6AC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3C5129-7ABB-4774-AC44-1E53F0E5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A650DE-1AE0-4FB0-B300-09212930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59CBC4-4473-4A07-AD3E-6177F8FC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Заполните поля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069ADC-7532-4A1F-B263-EFB45FBF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Введите текущий пароль, новый пароль и повтор нового пароля.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1D8BAF-F654-475C-BA9C-F39063DA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A58BB3-4ED9-4F62-94EC-3174F072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44DC06-4227-475D-BCF2-AF2B823F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2F0DD1-5B7A-4E59-B55B-447FDE9A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CD95C0-234E-469F-B646-1B1B3DE9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Сменить пароль. После ошибки проверьте текущий пароль.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BE2EC8-F05B-4A41-91F5-BE2D5302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335022-F88A-4476-A460-5D5AA33B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3BEE98-C9C2-4210-93AA-3D3843BC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720702-004A-44BB-B71F-A417C5FD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Вернитесь назад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FD58A8-33A8-43DD-9297-5D43C303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Кнопка Аккаунт сверху возвращает в профиль.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542AF3-7D9E-4B52-B50C-44E25B64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44A221-9139-484B-9F59-E4468CB5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Безопасность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E23DF6-91D8-4B4F-9EC3-B6598095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Роль видит только разработчик. Остальные пользователи видят профиль без строки роли.</a:t>
            </a:r>
          </a:p>
        </p:txBody>
      </p:sp>
    </p:spTree>
    <p:extLst>
      <p:ext uri="{BB962C8B-B14F-4D97-AF65-F5344CB8AC3E}">
        <p14:creationId xmlns:p14="http://schemas.microsoft.com/office/powerpoint/2010/main" val="9406335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2EBBDA-63E9-4080-8410-F5B01D7B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06B4C-5FC8-409E-BF8E-30547CC2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6eed3651b4207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9B831-07D4-45F3-B9D5-805E7121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16 · EXCEL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51BD8-7217-4957-A120-9661C58E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Excel выгрузка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E31E4-694C-4023-933C-55BB303C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Выгрузки нужны для проверки квартир, замечаний и результатов работ.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2FB84-CD9A-491E-A391-DC0870AE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D74FA-E6D4-4CD6-9BEC-B6D2E9CC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4B74DF-85BD-4523-B537-CFB96147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B770B7-9782-41F5-A347-CCB215D5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DCDF4-8C98-4783-BDAD-0F5798B1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Квартиры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03087C-286D-4665-8A60-8BF161CF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 странице квартир нажмите Скачать Excel.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499B2C-AED0-4F1A-84B7-4A96FB47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CD9FB6-B9A5-44D1-858D-F30E6E07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044C24-52D7-4D02-A73C-45D4B574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D85410-6ED2-4F6A-8969-C49859A7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пункты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1405C1-5938-485E-B203-3D2F9B48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Пункт 21: отопление. Пункт 22: канализация, в/с. Пункт 26: Отступное (ТМЦ).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E2F42A-D36D-437A-9353-D54A4CCC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A7A827-C0CD-458D-A8FC-51492B4A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C49353-B90B-4DAF-8B88-33EC48D0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423B8D-3AC6-4998-8AEA-D0D66B43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Сверьте с отчетом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5BEA07-83F2-4DA3-994D-676EA96C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меню Отчет смотрите сводку по статусам и готовности.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3E466E-B42B-46D4-B5D9-675678F8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5CE73F-66B3-4017-AF50-A2A1BF47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A6A278-7DEA-4509-A661-832874CB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4840DC-8B3A-45C0-93D2-9F23B8E2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Используйте фильтры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A8581A-A22C-44D7-BE1C-A7B98B3A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Перед выгрузкой примените нужные фильтры.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8B921E-F414-4E50-9915-4E27B880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25F575-D134-45FE-BFBA-F45F3B3A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D620E9-AFB5-48E7-B333-1043BC04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92618D-69C6-428B-AD00-7358C81F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файл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F818D1-E73E-4D8C-ABDE-63896034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387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После скачивания откройте Excel и убедитесь, что столбцы не смещены.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BE044E-B884-4936-B845-000398BC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097652-1FC5-4327-9E0A-FC479582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72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Контроль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127587-F5D8-4136-869C-F2620E25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007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 Excel виден пункт 47 Доп соглашение, нужно сообщить разработчику: это должен быть пункт 26.</a:t>
            </a:r>
          </a:p>
        </p:txBody>
      </p:sp>
    </p:spTree>
    <p:extLst>
      <p:ext uri="{BB962C8B-B14F-4D97-AF65-F5344CB8AC3E}">
        <p14:creationId xmlns:p14="http://schemas.microsoft.com/office/powerpoint/2010/main" val="14850756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2026-09-21T13:03:14.3320000Z</dcterms:created>
  <dcterms:modified xsi:type="dcterms:W3CDTF">2026-09-21T13:03:14.3320000Z</dcterms:modified>
</coreProperties>
</file>