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e548ef20be4076" /><Relationship Type="http://schemas.openxmlformats.org/officeDocument/2006/relationships/extended-properties" Target="/docProps/app.xml" Id="Rc4990ab9f1aa4ab8" /><Relationship Type="http://schemas.openxmlformats.org/officeDocument/2006/relationships/officeDocument" Target="/ppt/presentation.xml" Id="R2087ee7eb34142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e396aa3024433e"/>
  </p:sldMasterIdLst>
  <p:notesMasterIdLst>
    <p:notesMasterId xmlns:r="http://schemas.openxmlformats.org/officeDocument/2006/relationships" r:id="Raa9489d9099d49ab"/>
  </p:notesMasterIdLst>
  <p:sldIdLst>
    <p:sldId xmlns:r="http://schemas.openxmlformats.org/officeDocument/2006/relationships" id="256" r:id="R36ebf9b05d0943fb"/>
    <p:sldId xmlns:r="http://schemas.openxmlformats.org/officeDocument/2006/relationships" id="257" r:id="R5609867f5dfa4bc8"/>
    <p:sldId xmlns:r="http://schemas.openxmlformats.org/officeDocument/2006/relationships" id="258" r:id="Re38cab22650a45f6"/>
    <p:sldId xmlns:r="http://schemas.openxmlformats.org/officeDocument/2006/relationships" id="259" r:id="R486ca6b75f7d4c1c"/>
    <p:sldId xmlns:r="http://schemas.openxmlformats.org/officeDocument/2006/relationships" id="260" r:id="Rfe3631bfc8b0446f"/>
    <p:sldId xmlns:r="http://schemas.openxmlformats.org/officeDocument/2006/relationships" id="261" r:id="R5a738b6c509c4237"/>
    <p:sldId xmlns:r="http://schemas.openxmlformats.org/officeDocument/2006/relationships" id="262" r:id="R91e3d1dc0cba45cf"/>
    <p:sldId xmlns:r="http://schemas.openxmlformats.org/officeDocument/2006/relationships" id="263" r:id="Ra8f8092c2981403a"/>
    <p:sldId xmlns:r="http://schemas.openxmlformats.org/officeDocument/2006/relationships" id="264" r:id="R3d2ed91b53d74037"/>
    <p:sldId xmlns:r="http://schemas.openxmlformats.org/officeDocument/2006/relationships" id="265" r:id="R9ac922419a634432"/>
    <p:sldId xmlns:r="http://schemas.openxmlformats.org/officeDocument/2006/relationships" id="266" r:id="R9cc8f485e30e4ff6"/>
    <p:sldId xmlns:r="http://schemas.openxmlformats.org/officeDocument/2006/relationships" id="267" r:id="R4d68db34f3b04f65"/>
    <p:sldId xmlns:r="http://schemas.openxmlformats.org/officeDocument/2006/relationships" id="268" r:id="R14d617f8d76547a9"/>
    <p:sldId xmlns:r="http://schemas.openxmlformats.org/officeDocument/2006/relationships" id="269" r:id="Rabed522599ce49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750d59135f4d0b" /><Relationship Type="http://schemas.openxmlformats.org/officeDocument/2006/relationships/slideMaster" Target="/ppt/slideMasters/slideMaster1.xml" Id="R44e396aa3024433e" /><Relationship Type="http://schemas.openxmlformats.org/officeDocument/2006/relationships/notesMaster" Target="/ppt/notesMasters/notesMaster1.xml" Id="Raa9489d9099d49ab" /><Relationship Type="http://schemas.openxmlformats.org/officeDocument/2006/relationships/presProps" Target="/ppt/presProps.xml" Id="R7b7f6dc2a122475b" /><Relationship Type="http://schemas.openxmlformats.org/officeDocument/2006/relationships/tableStyles" Target="/ppt/tableStyles.xml" Id="R2210736e4c344ed4" /><Relationship Type="http://schemas.openxmlformats.org/officeDocument/2006/relationships/slide" Target="/ppt/slides/slide1.xml" Id="R36ebf9b05d0943fb" /><Relationship Type="http://schemas.openxmlformats.org/officeDocument/2006/relationships/slide" Target="/ppt/slides/slide2.xml" Id="R5609867f5dfa4bc8" /><Relationship Type="http://schemas.openxmlformats.org/officeDocument/2006/relationships/slide" Target="/ppt/slides/slide3.xml" Id="Re38cab22650a45f6" /><Relationship Type="http://schemas.openxmlformats.org/officeDocument/2006/relationships/slide" Target="/ppt/slides/slide4.xml" Id="R486ca6b75f7d4c1c" /><Relationship Type="http://schemas.openxmlformats.org/officeDocument/2006/relationships/slide" Target="/ppt/slides/slide5.xml" Id="Rfe3631bfc8b0446f" /><Relationship Type="http://schemas.openxmlformats.org/officeDocument/2006/relationships/slide" Target="/ppt/slides/slide6.xml" Id="R5a738b6c509c4237" /><Relationship Type="http://schemas.openxmlformats.org/officeDocument/2006/relationships/slide" Target="/ppt/slides/slide7.xml" Id="R91e3d1dc0cba45cf" /><Relationship Type="http://schemas.openxmlformats.org/officeDocument/2006/relationships/slide" Target="/ppt/slides/slide8.xml" Id="Ra8f8092c2981403a" /><Relationship Type="http://schemas.openxmlformats.org/officeDocument/2006/relationships/slide" Target="/ppt/slides/slide9.xml" Id="R3d2ed91b53d74037" /><Relationship Type="http://schemas.openxmlformats.org/officeDocument/2006/relationships/slide" Target="/ppt/slides/slide10.xml" Id="R9ac922419a634432" /><Relationship Type="http://schemas.openxmlformats.org/officeDocument/2006/relationships/slide" Target="/ppt/slides/slide11.xml" Id="R9cc8f485e30e4ff6" /><Relationship Type="http://schemas.openxmlformats.org/officeDocument/2006/relationships/slide" Target="/ppt/slides/slide12.xml" Id="R4d68db34f3b04f65" /><Relationship Type="http://schemas.openxmlformats.org/officeDocument/2006/relationships/slide" Target="/ppt/slides/slide13.xml" Id="R14d617f8d76547a9" /><Relationship Type="http://schemas.openxmlformats.org/officeDocument/2006/relationships/slide" Target="/ppt/slides/slide14.xml" Id="Rabed522599ce49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ad5de8714a46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27446d81334c87" /><Relationship Type="http://schemas.openxmlformats.org/officeDocument/2006/relationships/notesMaster" Target="/ppt/notesMasters/notesMaster1.xml" Id="Rec41267c542646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ec49bd26a8481b" /><Relationship Type="http://schemas.openxmlformats.org/officeDocument/2006/relationships/notesMaster" Target="/ppt/notesMasters/notesMaster1.xml" Id="R19ff774e8ae049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17237fd3084f67" /><Relationship Type="http://schemas.openxmlformats.org/officeDocument/2006/relationships/notesMaster" Target="/ppt/notesMasters/notesMaster1.xml" Id="R1b6b493480ad42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8995f5844e44b4" /><Relationship Type="http://schemas.openxmlformats.org/officeDocument/2006/relationships/notesMaster" Target="/ppt/notesMasters/notesMaster1.xml" Id="R8c0b5a8ad85a46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ff1bc25cd84bfd" /><Relationship Type="http://schemas.openxmlformats.org/officeDocument/2006/relationships/notesMaster" Target="/ppt/notesMasters/notesMaster1.xml" Id="R0dadd25f4f8542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5621af13b04721" /><Relationship Type="http://schemas.openxmlformats.org/officeDocument/2006/relationships/notesMaster" Target="/ppt/notesMasters/notesMaster1.xml" Id="Rb17b7f28f9d544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001a32663a4ab0" /><Relationship Type="http://schemas.openxmlformats.org/officeDocument/2006/relationships/notesMaster" Target="/ppt/notesMasters/notesMaster1.xml" Id="R024f85cef4a245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7b8789605b4047" /><Relationship Type="http://schemas.openxmlformats.org/officeDocument/2006/relationships/notesMaster" Target="/ppt/notesMasters/notesMaster1.xml" Id="R9e99d80767cf43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b34111600f4806" /><Relationship Type="http://schemas.openxmlformats.org/officeDocument/2006/relationships/notesMaster" Target="/ppt/notesMasters/notesMaster1.xml" Id="Re7f26f8ecc7145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f43d165ce6471f" /><Relationship Type="http://schemas.openxmlformats.org/officeDocument/2006/relationships/notesMaster" Target="/ppt/notesMasters/notesMaster1.xml" Id="R7778dbd1a6ce4b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87671bbd8346be" /><Relationship Type="http://schemas.openxmlformats.org/officeDocument/2006/relationships/notesMaster" Target="/ppt/notesMasters/notesMaster1.xml" Id="R101312541cf843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f66dfe06414a08" /><Relationship Type="http://schemas.openxmlformats.org/officeDocument/2006/relationships/notesMaster" Target="/ppt/notesMasters/notesMaster1.xml" Id="Ra1a708670e3c42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2ab6891fc94e71" /><Relationship Type="http://schemas.openxmlformats.org/officeDocument/2006/relationships/notesMaster" Target="/ppt/notesMasters/notesMaster1.xml" Id="R1d7f0ca3c0624d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edd039abb2948c5" /><Relationship Type="http://schemas.openxmlformats.org/officeDocument/2006/relationships/notesMaster" Target="/ppt/notesMasters/notesMaster1.xml" Id="R925471b696914f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 инструкции. Использован только логотип из app/static/brand-logo.png.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Страница 2 содержит все функции, которые далее показываются в инструкции.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автоматически.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Кнопка ПО при повторном осмотре.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вручную.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Генерация АВР.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Претензии подрядчикам.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Выдача задач сотрудникам.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Расход материалов.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Замеры.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Почта и телефон.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Подключение 2FA.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Смена пароля.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Excel и контроль данных.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5302655cc4e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1fdc822e3942e8" /><Relationship Type="http://schemas.openxmlformats.org/officeDocument/2006/relationships/slideLayout" Target="/ppt/slideLayouts/slideLayout1.xml" Id="R2b0e5f977d0741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0e5f977d0741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b869381ed45d7" /><Relationship Type="http://schemas.openxmlformats.org/officeDocument/2006/relationships/image" Target="/ppt/media/image.png" Id="Rc974233d6f9c426e" /><Relationship Type="http://schemas.openxmlformats.org/officeDocument/2006/relationships/image" Target="/ppt/media/image2.png" Id="Re9d58172c3df4897" /><Relationship Type="http://schemas.openxmlformats.org/officeDocument/2006/relationships/notesSlide" Target="/ppt/notesSlides/notesSlide1.xml" Id="R306f7a767fc344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131e747f14581" /><Relationship Type="http://schemas.openxmlformats.org/officeDocument/2006/relationships/image" Target="/ppt/media/image3.png" Id="R421e07705de549f6" /><Relationship Type="http://schemas.openxmlformats.org/officeDocument/2006/relationships/notesSlide" Target="/ppt/notesSlides/notesSlide2.xml" Id="R8c8fbbcbcc6042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0531e9f6e45f0" /><Relationship Type="http://schemas.openxmlformats.org/officeDocument/2006/relationships/image" Target="/ppt/media/image4.png" Id="Ra4938ace42d3475e" /><Relationship Type="http://schemas.openxmlformats.org/officeDocument/2006/relationships/notesSlide" Target="/ppt/notesSlides/notesSlide3.xml" Id="Rdae297f7a04c48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b147ecf604069" /><Relationship Type="http://schemas.openxmlformats.org/officeDocument/2006/relationships/image" Target="/ppt/media/image5.png" Id="R68cf5649be7b485a" /><Relationship Type="http://schemas.openxmlformats.org/officeDocument/2006/relationships/notesSlide" Target="/ppt/notesSlides/notesSlide4.xml" Id="R5f44d2b5dcf841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c51960073474c" /><Relationship Type="http://schemas.openxmlformats.org/officeDocument/2006/relationships/image" Target="/ppt/media/image6.png" Id="Rcf877213d87945ab" /><Relationship Type="http://schemas.openxmlformats.org/officeDocument/2006/relationships/notesSlide" Target="/ppt/notesSlides/notesSlide5.xml" Id="Rdd702c1476484d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5b4ae8ec44c04" /><Relationship Type="http://schemas.openxmlformats.org/officeDocument/2006/relationships/image" Target="/ppt/media/image7.png" Id="R257862afbdcd4a73" /><Relationship Type="http://schemas.openxmlformats.org/officeDocument/2006/relationships/notesSlide" Target="/ppt/notesSlides/notesSlide6.xml" Id="R6279608db5a646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0abe03fcd44d0" /><Relationship Type="http://schemas.openxmlformats.org/officeDocument/2006/relationships/image" Target="/ppt/media/image8.png" Id="Rfa2809f64f9243a5" /><Relationship Type="http://schemas.openxmlformats.org/officeDocument/2006/relationships/notesSlide" Target="/ppt/notesSlides/notesSlide7.xml" Id="R057adfafba9d41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48ce9ae444ef3" /><Relationship Type="http://schemas.openxmlformats.org/officeDocument/2006/relationships/image" Target="/ppt/media/image9.png" Id="Rd083448d7a844a59" /><Relationship Type="http://schemas.openxmlformats.org/officeDocument/2006/relationships/notesSlide" Target="/ppt/notesSlides/notesSlide8.xml" Id="R13fc57c0c64848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d34b9487f45a3" /><Relationship Type="http://schemas.openxmlformats.org/officeDocument/2006/relationships/image" Target="/ppt/media/image10.png" Id="Rfa13559b8fc941d1" /><Relationship Type="http://schemas.openxmlformats.org/officeDocument/2006/relationships/notesSlide" Target="/ppt/notesSlides/notesSlide9.xml" Id="Rd022dba571ac45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d7e41dbd34b11" /><Relationship Type="http://schemas.openxmlformats.org/officeDocument/2006/relationships/image" Target="/ppt/media/image11.png" Id="R83b08789bb7a4d2d" /><Relationship Type="http://schemas.openxmlformats.org/officeDocument/2006/relationships/notesSlide" Target="/ppt/notesSlides/notesSlide10.xml" Id="R68d33a5ca1e040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9ef9e4edf4615" /><Relationship Type="http://schemas.openxmlformats.org/officeDocument/2006/relationships/image" Target="/ppt/media/image12.png" Id="Re5eb43f2e24f4047" /><Relationship Type="http://schemas.openxmlformats.org/officeDocument/2006/relationships/notesSlide" Target="/ppt/notesSlides/notesSlide11.xml" Id="Ra223b99f339947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b1c79a63144bc" /><Relationship Type="http://schemas.openxmlformats.org/officeDocument/2006/relationships/image" Target="/ppt/media/image13.png" Id="R53f7b3d83f004cd4" /><Relationship Type="http://schemas.openxmlformats.org/officeDocument/2006/relationships/notesSlide" Target="/ppt/notesSlides/notesSlide12.xml" Id="R333e2df2fb8c48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1f792d33a4d6a" /><Relationship Type="http://schemas.openxmlformats.org/officeDocument/2006/relationships/image" Target="/ppt/media/image14.png" Id="R375283f40cbe4e22" /><Relationship Type="http://schemas.openxmlformats.org/officeDocument/2006/relationships/notesSlide" Target="/ppt/notesSlides/notesSlide13.xml" Id="R87a020c96bd640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b8fd9594b4214" /><Relationship Type="http://schemas.openxmlformats.org/officeDocument/2006/relationships/image" Target="/ppt/media/image15.png" Id="R9ee85588ba7f4c88" /><Relationship Type="http://schemas.openxmlformats.org/officeDocument/2006/relationships/notesSlide" Target="/ppt/notesSlides/notesSlide14.xml" Id="Rd85f43effec247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4233d6f9c426e"/>
          <a:stretch xmlns:a="http://schemas.openxmlformats.org/drawingml/2006/main"/>
        </p:blipFill>
        <p:spPr>
          <a:xfrm xmlns:a="http://schemas.openxmlformats.org/drawingml/2006/main">
            <a:off x="533400" y="5143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B4EF1-FE8D-473E-9BB3-3E6C18FC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0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CRM Передача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1870A-5D20-49BE-981C-92FB484B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Инструкция</a:t>
            </a:r>
          </a:p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 работе в CRM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2E2F8-ABFE-4048-8C0D-60B00FC4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Пошаговая памятка: куда зайти, что нажать и как проверить результат.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CE4DE-4CAF-4F97-BBF4-47B93466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7622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ED321"/>
          </a:solidFill>
          <a:ln xmlns:a="http://schemas.openxmlformats.org/drawingml/2006/main" w="11430">
            <a:solidFill>
              <a:srgbClr val="7ED32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F2888-39A4-49C3-B4FE-21CBCB17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сотрудников передачи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4A2F3-817E-42E5-99C8-0E5051A3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58172c3df4897"/>
          <a:stretch xmlns:a="http://schemas.openxmlformats.org/drawingml/2006/main"/>
        </p:blipFill>
        <p:spPr>
          <a:xfrm xmlns:a="http://schemas.openxmlformats.org/drawingml/2006/main">
            <a:off x="8810625" y="22669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1BCF8-DC52-4B13-B3FB-B29C3C51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86300"/>
            <a:ext cx="22669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A71D4-820F-4630-95AA-D13CA0ED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291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Замечания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1D63B-599E-43BE-8DDF-93C812D5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714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9C942-49F3-4597-9916-8EC79162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291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08152-C59D-46FC-A968-D71079DE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67350"/>
            <a:ext cx="2476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466B5-C17E-41C1-93ED-C5D51C4B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102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Задачи и материалы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76B89-FE83-4039-9DFA-FAD7447B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E596E-79BC-49A6-93F9-DCC4C859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</p:spTree>
    <p:extLst>
      <p:ext uri="{BB962C8B-B14F-4D97-AF65-F5344CB8AC3E}">
        <p14:creationId xmlns:p14="http://schemas.microsoft.com/office/powerpoint/2010/main" val="394956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A7FBEE-989B-4E25-9A49-2F15E792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DA4A0-559B-4A90-8F1C-26E85AA4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e07705de549f6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79E76-A629-4645-8615-276328F3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02 · ОБЗОР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0AABF-B492-4E8D-9AEC-C447AF8B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Карта функций в CRM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5B593-646B-4171-970B-F2051D60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Все функции ниже раскрыты отдельными пошаговыми слайдами.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134CC-331D-4790-89CF-66CE15AF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6D6AB-11FF-4D38-A871-8D383DAF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F0C71-6360-40D2-9F4C-FD6CDE47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AF7C0-1B5B-4D6F-B071-E92730CC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77AD0-7057-4B4F-9804-F384A4AB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5886B-E350-4920-886D-A3C51B87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098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Автоматическое распознавание актов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0C05A-BF6E-4546-AB9D-E9772771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480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с акта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BB407-3F35-4F5B-B87E-5415A022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385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Загрузка PDF и проверка строк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C13C8-DD88-4057-AA43-A0390320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6047A-B83D-4F4E-88CE-C5D5D046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33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9DE47-4D48-467A-93CC-17233F87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338C9-C8AA-4FC1-A5E6-7EB5D558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098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Ручное добавление замечаний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ADE83-3F2E-41E6-9843-2E134410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вручную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0E9CC-3BA5-4048-B745-B2E979FF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385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Ввод квартиры, даты и пунктов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2E3117-6CB5-4406-9C6C-D6DE26CD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2BF1C-4DE8-44A9-9B31-E905737C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57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72938-163E-4B52-826C-8BF099B7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909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64DF02-CCE4-492A-A52D-9F1187E2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338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5B9EE8-0E83-43E5-8B48-E9B3AA1D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719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 форме добавления акта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BA116-28B8-4F22-A008-0085149C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624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Повторный осмотр без дублей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9D44FC-3720-4284-ADE0-8F2E1EAA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CFD4B8-7E4D-4E69-B459-A644B004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C0472B-A243-4D60-8B21-ABEF6150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09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3E1F0B-FC09-495C-AACA-E1D0EF4E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338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5CAE08-0A35-400A-8405-90C62BA2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АВР → выбрать помещение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2583E5-7555-43A0-A3E7-91EF51C2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624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данным CRM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022584-5D01-4FE6-A247-F65619D4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8D16E7-03C5-4AEA-BEC9-BBD105F8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81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89AA6C-95A1-4104-8E35-63F8A0EE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149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906BF9-5D26-4274-BF16-0E497176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DC91A2-1370-4A38-A0C0-D18A36D4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959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Подрядчики → раздел работ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C34135-53F6-44FC-A28E-09E17C2B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исполнителю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BAC505-CE10-4632-ACFA-06E93369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D17E23-C787-4A3B-A952-6E9C3F82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81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FC96B1-4BD9-406D-99A1-7C8332F0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149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7BCBF1-F636-4CD2-87FD-B0F4A00B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577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63712D-0FA5-4E95-BC71-9774B11D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959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Выдача задач → выбрать замечания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A9BD59-D867-45B5-94D4-DD6C6146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864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Назначение сотруднику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B14D35-A234-4B3B-A106-2B0AF010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62650"/>
            <a:ext cx="16002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647F74-7B2B-4CB5-B563-BBA6ACA2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7695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 Расход материалов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244AEF-9759-4C73-9EF3-62A67B3E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62650"/>
            <a:ext cx="16002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477545-42CE-4935-944D-7048D76A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7695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 Замеры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325517-51BB-4FF2-A807-DC3AD1B8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962650"/>
            <a:ext cx="16002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1FF36E-F3AE-4C54-AFF9-5AF6DA98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07695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 Почта и телефон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9AD8C9-0648-4054-898C-01A5A282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962650"/>
            <a:ext cx="16002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03FFAD-66EB-410D-9070-4DA1CE48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07695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 Подключение 2FA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CCB8CA-10AF-4752-BDF1-484BDE4B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962650"/>
            <a:ext cx="16002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BBA014-825F-4CDB-9BC0-9FC353AD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07695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11  Смена пароля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982012-D9BC-4908-9E48-51217C6C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962650"/>
            <a:ext cx="16002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85E3C9-65A7-448B-9A2F-14269897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07695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12  Excel и отчеты</a:t>
            </a:r>
          </a:p>
        </p:txBody>
      </p:sp>
    </p:spTree>
    <p:extLst>
      <p:ext uri="{BB962C8B-B14F-4D97-AF65-F5344CB8AC3E}">
        <p14:creationId xmlns:p14="http://schemas.microsoft.com/office/powerpoint/2010/main" val="17299518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3F457C-9250-4425-B91C-0FC50BB9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D1CF3-4785-45C3-9992-464A2B3D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38ace42d3475e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885E9-79CE-44CA-8668-B37DC4B2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03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9C931-C941-4ED6-B37C-197DAF1D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автоматически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3C08A-1671-460E-B1CE-099AA8D6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PDF-акт распознается в CRM, но перед сохранением строки нужно проверить.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62A15-0DAC-48E8-8F30-4CA9A893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6BDED-7771-441A-9CF6-721CB3D6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06E87-E360-43E8-B651-52079C81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A8AAA-5408-4A54-8546-53D4F867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5A42F-29CA-4E7F-9A20-B1011FFD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5B1A4-7098-4100-A40F-52F83C38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2DBE7-3312-4063-9907-CF574CE6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Замечания, затем Добавить с акта.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B12E8-B5A5-4F62-B338-1A9A7E42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E3454-697A-4C62-90FB-6CEFB19D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4D7EC-A6F3-49F9-92F2-68495C09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676F4-7B40-43DD-A41D-0665D8B7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Загрузите 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7827D-7D4A-4802-9FD1-17CC69C9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Выберите PDF и приложите акт осмотра.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159C3B-5844-4005-A2E9-FC87EA5C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1E4E7D-89C3-4AAD-BA8A-352580CB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8EE2B-99FC-4086-9F34-93F88A39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BC4B9-FB3C-4E38-9C07-CE8BB1B6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распознавание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B2EC2B-E5DD-44A5-8D5A-5430E861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покажет квартиру, дату, пункт и текст каждой строки.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04FB4-9CA0-4100-B149-DA5250C8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2BCFF-C35C-45B8-A155-0C741FED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BD86F-6DA2-40A6-94B6-AE86D174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9A9522-26CB-41CD-A66E-4CFE6C7F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Снимите лишние галочки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11AE98-2B50-4A21-9870-1B2D96EB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строку не нужно заносить, уберите галочку Оставить.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B534CD-4359-4699-BAAD-781E78F0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E420FC-87F9-480D-98AC-03BF61E0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6E4159-E14B-4196-88FC-EAF14F6A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8EA9A9-AE6A-4D23-AEA9-0755657B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22F045-4F9A-4A0B-9524-3270AC26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подтверждение проверки и нажмите Сохранить.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BB7CE0-AF77-4001-9F19-EA93C4A7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687906-9C5B-406B-B97E-42D0EC74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8CF845-CAEA-4CBB-89F7-0979A6FA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Строка без галочки не сохраняется, даже если в ней остался текст.</a:t>
            </a:r>
          </a:p>
        </p:txBody>
      </p:sp>
    </p:spTree>
    <p:extLst>
      <p:ext uri="{BB962C8B-B14F-4D97-AF65-F5344CB8AC3E}">
        <p14:creationId xmlns:p14="http://schemas.microsoft.com/office/powerpoint/2010/main" val="19184133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5AA630-790B-431C-A256-E8CE5E03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21CE3-9EE0-4D3B-A03A-D372910B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f5649be7b485a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2F0F6-1D5F-4888-A733-BD1E13E4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04 · ПОВТОРНЫЙ ОСМОТР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EDA86-6168-4612-A982-BA3BB665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 при повторном осмотре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ECA96-B796-4C22-862B-963ACB1E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 используется, когда загружается акт повторного осмотра по квартире с уже существующими замечаниями.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015B3-A192-4E7C-A90F-22ACD7F0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452AF-D890-4EFA-93B3-FAB90385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BA268-C768-46B0-9041-980A8ED0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7EAE3-DD8C-4087-86CA-77725FDC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9C6B6-956C-4B2F-B93D-39E2ACA3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8DCC3-F053-4C32-8F4D-17725952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Включите ПО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1624E-2D4E-43B9-AEDB-75C63BB5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форме акта нажмите кнопку ПО перед сохранением.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71643-A543-4983-BFB2-4BD71DB0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77F96-FFBA-4B61-9AFB-6E7CF89B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043F4-6DFD-48F1-A3A6-140A3854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43437-D022-43D0-8CEC-18F3B19F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новые строки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718B2-0064-4CF4-ADBB-0504D33F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Оставьте галочки только у новых замечаний из повторного акта.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A04B1-52B5-41CC-978F-29AFC498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3661A-E3B9-4B77-9AFE-7ED002E8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201B50-85B7-4131-954D-5CE3D0B7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0868FD-8283-45F6-A202-767D7EDF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акт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2F38E8-D7F7-440F-AA5E-9AF2EF8A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переведет старые невыполненные замечания в Выполнено.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0B6C6C-F6DB-4864-A060-76951637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EC070F-9879-43C9-9632-8EAEDA56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014D2E-C043-4B72-9ABF-9FA79B6E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D6E04B-C5E0-43FB-9F58-669AE77A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дубли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4D11BD-FD7F-433A-9852-8AB825E0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Идентичные замечания остаются как есть и не создают вторую строку.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903B2F-FD92-46A5-9CDA-5884F683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AC098F-4228-4BAA-89AB-5C4F0E36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3E62A3-5713-4A51-88D2-6D151CF3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6B6343-E2F3-4EE7-9D46-371C4214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Если CRM предупреждает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8BA2DB-A7F8-4AA8-81D5-A9F7360E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Сообщение про ПО означает, что в квартире уже много замечаний.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DE6841-3BCD-426E-A5F0-51F9307B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D6C851-B36E-4D55-8E28-53249A1C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CB4145-ABF1-4C5D-9D30-9CCFEA88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Старые строки закрываются, новые добавляются со статусом Не выполнено.</a:t>
            </a:r>
          </a:p>
        </p:txBody>
      </p:sp>
    </p:spTree>
    <p:extLst>
      <p:ext uri="{BB962C8B-B14F-4D97-AF65-F5344CB8AC3E}">
        <p14:creationId xmlns:p14="http://schemas.microsoft.com/office/powerpoint/2010/main" val="7460084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748E3C-2A4D-41BA-85F5-EBDED594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378CA-D8E6-46D7-A9D1-36914403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77213d87945ab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87F60-D8F4-464D-B4D6-BE5A51E1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05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376CC-9B08-48D4-8B74-EC7EE71E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вручную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3E132-00B4-4224-A953-60AE696C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Ручной ввод нужен, если PDF не подходит или замечание нужно добавить без акта.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1C7FD-301C-4CB1-BC0E-7A3CF03A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A91E2-995E-47D8-9835-A867B26B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69706-0761-4E0A-B123-0099F398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B93A2-2D2D-4372-AB01-E80CBBF3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2BE5F-C9E8-48B2-81BA-659AC62A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0A2A5-5D6F-4F91-918E-D91825D3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49DC17-0A7C-4B2F-8186-425BAD5D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Зайдите в Замечания и нажмите Добавить вручную.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15F23-4A5E-45E8-B35B-36DF594D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DFEF6-35C6-4C3A-A91A-4E07F543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19A6D-CED8-4467-9F91-3A98DCD5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EF381-5410-479A-851C-442D50CB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37BCE-D709-4B0F-A93D-243C3F0A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квартиру или коммерцию, затем дату осмотра.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235C2-4D4C-428A-8288-C405FDAD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CD344-2BB6-4928-8BCC-1B3AFDB1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BBB84-233F-488C-8DF3-E74F8EFC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F4B45C-F6E2-4799-987C-A0585A8F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пункт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29BD3-A965-40D1-BDFF-011F2A48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каждой строке выберите пункт от 10 и выше.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7F710-AF12-4707-BAA5-C4987218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F99186-3459-4940-90C2-6F7394D4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1FADB6-D4C2-4CF0-A30D-054B416A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55F692-4E64-4D8E-A28C-56AA4B31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текст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EC2AFE-6176-440B-A8C2-0A80ACEE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Запишите замечание в поле Замечание. Можно добавить несколько строк.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736C0A-FC27-4F31-8FCC-BC56F5C2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B32F71-BE8D-470D-BC9D-897F8764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3E6B56-53F3-4051-9D61-BD9DF595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CC107D-DFD6-4286-8837-4C40C52C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764F33-6321-4974-88FB-7F9FE06F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галочки, при повторном осмотре включите ПО.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B31A29-1B0F-49B8-A75E-A6A512E6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FEF330-F282-4432-BCC0-9C3E65DF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Защита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5E01B4-CCEC-4CF6-827F-E64BF8D6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квартире уже есть замечания и добавляется несколько пунктов, CRM просит поставить ПО.</a:t>
            </a:r>
          </a:p>
        </p:txBody>
      </p:sp>
    </p:spTree>
    <p:extLst>
      <p:ext uri="{BB962C8B-B14F-4D97-AF65-F5344CB8AC3E}">
        <p14:creationId xmlns:p14="http://schemas.microsoft.com/office/powerpoint/2010/main" val="10695244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6D6E19-85F8-4BA6-AAAB-318D6EF4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C93D8-3CEE-4ED5-BD98-D25F8BB7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862afbdcd4a73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31FF9-24ED-42F7-AECB-BDD3DB95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06 · АВР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09F7C-C943-4BC5-94C9-7EABDF39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7CBF3-A853-408C-AE0D-906E63B1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АВР формируется по данным квартиры и замечаниям, которые уже есть в CRM.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97465-75D3-48A3-83B5-9F599E24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A2732-EE38-4E98-B4C8-25C343A5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D5673-EF34-4CA6-92B4-52EE97D5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27365-1EAA-4A0C-8DA7-3E44C292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183E5-5FEC-40D0-B46F-837ED5AC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DE96A-215D-4F69-9E24-914DEDF1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C8698-A46A-41B2-AA44-A3F956C1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АВР.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6BA62-D309-4A6A-A539-D7BFDA4F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6FEE4-462B-4FDE-B12F-8C07B753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5B4FA-3B0E-4281-9AAA-8423FE31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CFDB0-4D37-4E28-A2F3-94E3C28F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3603B-73B2-4F74-8C11-AB32B8D6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Найдите квартиру или коммерцию через поиск.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9A429-3E7C-41AB-92E1-D4DF7FB1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E2C7A-D8A6-4C3A-AC0A-5D698A7C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2E31C0-484F-4737-9195-B6E686F0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9A2827-E055-450C-B6ED-CF002BF3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данные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7FD60A-26BC-4777-AB66-31005683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собственника, телефон, дату и список замечаний.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452F9B-AB84-47B0-B0D2-38906E4D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930C1C-7EB7-46EC-B5FB-7B26488D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DBBCFD-E425-4D3A-9075-EAFEF269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52821F-99DE-44A4-AC47-4671A8B6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Сформировать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EC7DED-FE7A-4B41-910B-FB618D81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подготовит документ Word.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6C38DC-F11B-4DCF-BD90-8859D13B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7EF5F9-8815-4B6F-AB08-22797FFB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7DF78D-C2FB-4874-9030-F06F2C77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8CC239-E4E5-46C1-A9D8-65715909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Скачайте файл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F678AA-A5DD-457D-A338-5606AD2B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Откройте Word и проверьте реквизиты перед отправкой.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0BEE36-F476-4478-90D2-A6A72E87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5FC7CD-3DCC-4090-94CC-2F1D38E8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Перед созданием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767A7D-52B3-47F4-8C12-E8302406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данных собственника нет, заполните карточку помещения.</a:t>
            </a:r>
          </a:p>
        </p:txBody>
      </p:sp>
    </p:spTree>
    <p:extLst>
      <p:ext uri="{BB962C8B-B14F-4D97-AF65-F5344CB8AC3E}">
        <p14:creationId xmlns:p14="http://schemas.microsoft.com/office/powerpoint/2010/main" val="11888541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693823-4AB9-4856-BD6A-05D066C9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A84FC-6EF8-4C6E-8FD4-C85451CD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809f64f9243a5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95F97-74FF-4746-829D-792488A5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· ПОДРЯДЧИКИ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563EE-86D1-4AAF-9448-C2874D7C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BBAAC-BA92-4E92-B252-2F726772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Претензия создается по выбранному подрядчику и его невыполненным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CCA9B-C208-4E36-83EE-460A66BF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CDC55-AC3C-47D6-B6D8-D04C6A09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E89AD-DE3B-4A5E-B62F-905B37AC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BBBCD-1FE6-4F37-84FF-83105706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C8CBA-31BB-4A7C-BED8-0BBB21A7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2A672-9A2F-45B3-8CDA-2DCBDF45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Подрядчики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171DB-9D95-40A5-A12B-76F236C4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Перейдите в Подрядчики и выберите нужный раздел работ.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9BD2F-1AEC-434C-89DC-07C67503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7B5C6-37CD-4DF8-87E3-48897096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D707F-64F0-4B2D-8E4E-18165A53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57256-230B-4E41-9C3A-443DAF4B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7D8A2-A084-46EF-A1E0-AEA020D3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Фильтруйте замечания по пункту и статусу.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18007-F295-4129-9C7E-F3B3A69E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4E75E-9EA4-40D8-984C-B7676C47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6538F1-59B1-4F60-A099-A61DE272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45A2E6-C991-4A8C-892E-9DA30FC5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подрядчика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356DAC-3163-4B8B-AA63-1691CEAE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карточке подрядчика должны быть почта и телефон.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9CC5AC-F830-40A3-9B86-9551C7C4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2ACEAB-1E7A-4C3A-9FA6-2F89A696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33DF4C-3852-4117-8CBF-99D3D104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17389B-5DAC-4D64-9CFB-BE6F9B80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претензию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1C228D-A7E6-4E5D-901B-19F28B1A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Сформируйте Word по выбранным замечаниям.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83D495-8517-4751-BD03-22EE3F82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7F8B4F-EAB3-438E-B595-6881DD62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198315-45C6-4284-B7F8-B1319EED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B09985-E585-4D9E-9BA8-5E1BF6F9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исполнителя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35674E-E69B-487A-9D07-84214D9E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 не Передача(Офис), CRM подставит данные аккаунта Передача(Офис).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9C9CCF-F152-421E-AB05-DC6CD048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B4243E-624C-4F9D-B95B-81F8DAAF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78ED6C-5125-42C7-A6FE-CF973C8B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26 называется Отступное (ТМЦ). Доп. соглашение не должно появляться как пункт 47.</a:t>
            </a:r>
          </a:p>
        </p:txBody>
      </p:sp>
    </p:spTree>
    <p:extLst>
      <p:ext uri="{BB962C8B-B14F-4D97-AF65-F5344CB8AC3E}">
        <p14:creationId xmlns:p14="http://schemas.microsoft.com/office/powerpoint/2010/main" val="48064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43C03B-E155-4CFA-A2F2-F65945B1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3640E-17A7-4DB0-AABA-C361B2A0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3448d7a844a59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D7775-0F36-4D57-8F96-2D7B8A10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· ЗАДАЧИ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FA638-1982-44F0-878D-05D8D6EF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 сотрудникам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FD4A2-024F-4FEC-8ABC-8C0CE08B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Раздел нужен, чтобы передать конкретные замечания в работу исполнителю.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9D2DE-67C7-4425-845E-BC3C3C43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63F7B-2F64-46B3-87A0-0C81E8B6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AA61A-67AA-4FA0-926F-643FE995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32076-69AF-47D8-B0F8-2C292341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AB738-3A2B-410D-8DED-437C9543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96F80-D04A-4F5B-A58B-40938005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7D5AA-FD7A-4043-9D5C-F4E54EFC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Выдача задач.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0F869-802D-4474-8C1E-F46FA433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758BC-B140-4091-940D-BC4F27A1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ECBD6-42C2-4479-B9F1-15E50668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ECE6C-09A0-4FBE-B12C-9DFE54FD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Отфильтруйте список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04458-BA0C-4BC0-AEB9-8B085644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квартиру, пункт, статус или исполнителя.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11DAF-CFA9-4B82-B5F4-619A5EBD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544B10-B3FD-40EF-A4C5-695FF0AE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F2A866-A637-42A1-B325-C7699FF2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D0F4CA-9557-461E-862F-B385EF43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Отметьте замечания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46C5FB-B036-4527-AB28-588FB351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галочки у строк, которые нужно выдать.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C44868-10C5-4648-98B5-B908323D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6F3470-5619-4C9D-8FD0-D89936E9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3B642D-B10F-4198-B91A-44602DAA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7EBCF7-9203-4C40-B063-0F227B24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сотрудника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BB4640-7CA9-4090-AABF-C724D9D5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исполнителя и дату выдачи.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1157DC-6FF7-4A42-96C8-E2CA9557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4717F2-B212-43C0-A09E-4F22C67F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547EAE-8F8E-4DC4-847C-18F96A42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E236C9-5EFA-4E7D-BF06-DB221275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выдачу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A5C019-8019-4BA2-BAED-F1E0ABE6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сохранения задачи появятся у сотрудника в его списке.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D369EF-0747-4B85-A811-C2A8E9CC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353300-18D1-49C7-9081-CE84384A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521C1D-134D-431F-B7E4-6681633B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Выдавайте только актуальные невыполненные замечания.</a:t>
            </a:r>
          </a:p>
        </p:txBody>
      </p:sp>
    </p:spTree>
    <p:extLst>
      <p:ext uri="{BB962C8B-B14F-4D97-AF65-F5344CB8AC3E}">
        <p14:creationId xmlns:p14="http://schemas.microsoft.com/office/powerpoint/2010/main" val="7707514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775F8B-E80C-4511-8A2B-EB5B6F23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44C4E-4996-460C-A574-56ABF72C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3559b8fc941d1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843A5-E0A1-4DA8-80BB-29A5BACD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· МАТЕРИАЛЫ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F71B8-3293-4C05-B826-C1622597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Расход материалов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A8CA7-0803-44BB-ABEC-3250A5A6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Материалы списываются на конкретную работу, чтобы сохранить историю расхода.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7FF21-2EA2-4CE3-BFB0-CD93E9F3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B82E4-7BA9-4103-BB56-6B1E871B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F0438-ED07-4F1B-BE3C-BCD8BBEB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90394-D9C9-4D84-841D-C129273E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DDB84-1618-4EA4-B06D-21937DD3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309E2-6DE8-4601-8E93-04A5F09A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B4D31-C51A-40F2-9C23-54A22AA1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меню выберите Расход материалов.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B3FE1-4C3D-4E91-BD7A-F04DC93E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9B5F3-84D3-4445-9DA0-389370AB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A09C0-1F83-438D-B1DC-EADE7333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F3028-5AB8-4E13-ACCA-D6D9D097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EC153-E01A-4DD5-AC62-9E9EB3A5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Найдите квартиру или коммерцию.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F2639-47B7-419B-9DEB-038B787C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B77F6-AE95-4581-AA32-477D4A18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7F231-99D5-47A0-A791-4AD9591C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17237D-F4D9-45C7-9ACB-3CE901DE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замечание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7FCBF-1007-4575-96E6-DAC418E1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Привяжите материал к конкретному пункту работ.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527DAE-D3F4-4E5F-9BB4-7E2F60F4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135CCB-B775-439F-BC76-6481BE4C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88155F-5178-487C-8DA0-AF2425F3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EFB42B-E9A1-47B8-95CC-867B16E3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Укажите количество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B7273B-93F6-4ED3-A19F-644A9410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материал, единицу и объем списания.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DFED83-0D1D-47D8-A16E-82C8C920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3F5E7A-F439-4D6B-8073-08399F7C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2EF3AB-58B7-4787-B58F-3045BF0E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DBC835-4ECD-49B5-8DB8-F07F406F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расход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6D6EE2-9BFC-40D0-A5C1-2934CEA9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добавит запись в историю по помещению и отчетам.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41E6CF-FFEE-48E3-90C8-693D5A5F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6F88D2-1FBA-4D34-A06B-8E9B7C07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Правило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22A440-EF1A-4E35-8D69-A7143F21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Не списывайте материал без привязки к работе: потом сложно проверить расход.</a:t>
            </a:r>
          </a:p>
        </p:txBody>
      </p:sp>
    </p:spTree>
    <p:extLst>
      <p:ext uri="{BB962C8B-B14F-4D97-AF65-F5344CB8AC3E}">
        <p14:creationId xmlns:p14="http://schemas.microsoft.com/office/powerpoint/2010/main" val="9191416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92A1EB-0CA7-4354-A954-C8EF0E16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4356F-7B42-469C-B99B-9C6A6B7D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08789bb7a4d2d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B7B43-0BCB-40EB-8AFC-86A8CC56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· ЗАМЕРЫ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F70D0-9FCE-49BD-ADC9-5CEDA77E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600D6-16A6-4E12-9E01-8CA5516B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Замеры помогают отдельно контролировать задачи по стеклу и связанным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B1B5B-1050-4CE8-8634-5E77FE92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03518-7FCF-4A90-8D57-46FF740E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336EF-CB04-44E4-A407-05A108CE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E5582-D6D3-4F19-A104-CD2CE21A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A698D-0D8D-4FEE-AF2B-D61192CB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52FBA-4049-4194-803C-561E6253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Замеры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C72FD-A24C-471B-ADE2-0E09D401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Замеры.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74242-7E4A-41F2-8A8A-7E162DD9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6F7BFD-E60D-42E2-963A-ACB2C6F5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7FB72-44D4-4A7F-8F64-524FE430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C6CB9-8D7D-4F26-9912-2587980E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Смотрите порядок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F01C1-2ED5-4602-9AB2-02220774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Сначала отображаются невыполненные, выполненные уходят в конец.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FD462-99CA-4F77-ABE2-CF0E01EA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C65D1-E7FE-4C56-9F3F-389AD187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2F7DBD-BCD8-4343-8370-823B839E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D1C5A-DE90-4B09-A196-5CB6E202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поиск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C804D9-97D0-4B6A-AD22-302DBE33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Ищите по квартире, тексту или номеру задачи.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B48C6-3946-4D71-85C4-77668004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520A77-1620-4212-B6CD-1C1392D4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E3955F-909B-4E12-9C26-6E81BFF2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369C31-4A62-464E-8BCD-332BC40D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Меняйте статус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940CA4-5F7C-40BE-AA36-B6019FAE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выполнения отметьте задачу как выполненную.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7B5A15-5468-4E21-9732-11D1C3C9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6D21A0-E783-44EB-9428-E232A8C5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F6D7DA-4F76-4148-A3BD-A62DA86A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49FE48-0293-4106-BBF4-6E861AEC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Проверяйте историю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733C11-7AC3-401D-82AB-47F2031C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Открывайте карточку задачи, если нужен контекст.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75D442-232C-4814-B603-5D1C891D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BC221D-1CAA-4AE7-8356-472B0879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Порядок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BD6BE7-D2D9-466D-9325-A4ED3FB3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выполненная строка выше невыполненной, это повод проверить фильтр или статус.</a:t>
            </a:r>
          </a:p>
        </p:txBody>
      </p:sp>
    </p:spTree>
    <p:extLst>
      <p:ext uri="{BB962C8B-B14F-4D97-AF65-F5344CB8AC3E}">
        <p14:creationId xmlns:p14="http://schemas.microsoft.com/office/powerpoint/2010/main" val="11606901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579B57-E416-4A10-B7F3-74BD9ACA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D70C5-75D6-4DB3-87A1-5987A8C7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b43f2e24f4047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1D80B-3DD1-4800-96C7-A00C1478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11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DBCFA-BDA4-4EAB-9A4F-BBD8B1E4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Почта и телефон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E6801-68A5-4C3E-91E2-24ACD379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Почта и номер телефона нужны для профиля и документов, которые CRM формирует по пользователю.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2AB6F-3B0C-4668-819A-231B9772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26F19-6AB0-400D-BF55-4B715540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62AFF-998E-4CAA-93AF-2CE3D998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B1DA7-4CB1-43F5-88EC-F4EC4C5E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BE6D9-020B-462B-909D-4D87F46C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C8342-9B8F-42F8-BB8E-6B18E063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8CB77-2A33-4F2F-A3F3-786543A3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EB30A-093D-4165-ABFF-DC7311A1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9ED48-7825-4405-B51B-CBFD8242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DB552-56AA-4EB3-B63A-B4793951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4F8FB-FE23-4DDF-B7FF-48CD9440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Найдите блок Профиль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959E3-3E53-4D9F-B12A-D55CBE8E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левой карточке откройте строки Email и Телефон.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734B01-D76F-4706-9A62-D22EDDAC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447A4-2B2C-4779-A9DA-36972364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74FC8-096B-4AB0-BEC6-5AE7118E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190EB-8212-4428-8B1D-B4957F0C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email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F4D497-5E08-44DE-B548-8E629FBE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строке Email укажите рабочую почту без лишних пробелов.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74B8D1-3AFA-4CD3-BDCA-8E30A14B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D14A4-F881-456F-A1E4-896A24DE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DC1749-A027-473B-9F6A-E1712225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DA88BA-A9AE-430A-A247-569ED5DD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телефон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E900C-71E0-4FDE-8DAD-A29269F4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строке Телефон укажите номер в рабочем формате.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FD5C8F-4265-4635-B773-47F67269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7F4D31-CF24-4E34-872A-6CBE1EBF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023E07-3BA0-43F0-9147-7757DC58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7F1956-EF7D-4088-8865-0C2D4EDD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данные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F5422E-DA39-405C-8BE1-BFFDB03A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Сохранить в профиле и проверьте уведомление об успешном сохранении.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926B2F-F25A-413E-BB18-58496DBB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7C3603-1F59-4A4D-89B6-DF0AAC65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ED2484-4736-420F-9F40-5BBCE7D1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Эти контакты используются в документах, поэтому перед генерацией претензии проверьте email и телефон.</a:t>
            </a:r>
          </a:p>
        </p:txBody>
      </p:sp>
    </p:spTree>
    <p:extLst>
      <p:ext uri="{BB962C8B-B14F-4D97-AF65-F5344CB8AC3E}">
        <p14:creationId xmlns:p14="http://schemas.microsoft.com/office/powerpoint/2010/main" val="13264963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9C07C5-577A-4790-A19A-E5BEC6F3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9C558-504B-4871-8170-3BBFEA85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7b3d83f004cd4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4FFAA-7418-4CA3-813E-2FFB88BC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12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50F8E-6305-4B1B-A7C7-C0E5983D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Подключение 2FA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91587-EAAF-4661-A752-2A3C077B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Двухэтапная аутентификация защищает вход в CRM кодом из приложения.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8966E-420A-4C41-B865-A79E9B36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EFE9B-445B-481E-B462-49A06717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180B5-2E93-46EF-BF54-5B0072EF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18B6F-BCFF-444B-9F24-74925A51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7115E-1D4E-4C13-BEAC-3387D179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E688B-0A83-46D1-A602-6D8E3874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69AE6-DD52-4022-8C7F-CF81236A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15F05-4092-472A-8059-DB663680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F9B46-01A3-4F4A-B7E7-53F010F6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93688-CD4D-4537-AD7D-567345C5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5D220-5C2E-4D43-9107-278B51CA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Подключить 2FA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A27ACA-4BAF-49F0-875D-3EC679F0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находится в правом блоке Двухэтапная аутентификация.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AC852-2C52-4F60-B504-AF4993B4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77D33-B896-4A45-A722-173CBABB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3533E-2F8D-439B-85A8-D7D3EE68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6E023C-D575-49D4-92DD-7E4FDE04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Добавьте ключ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B2A48B-C165-4009-8B41-EC658616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Отсканируйте QR-код в Google Authenticator, Microsoft Authenticator или 1Password.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31CCD9-9CD1-4BA0-A14E-3A169C5D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12B4E6-7737-4B93-8897-77F4338D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8E2FD0-1187-400F-BBB9-9DCDB902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B49A24-640D-4D97-BDB0-1F581545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код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E96703-53A0-481C-B691-09AD10D6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шесть цифр из приложения в поле Код из приложения.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58C35E-E2A4-4684-8D31-C57BD5D7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7380B8-9342-4D8B-9F03-2C407668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51BAFC-F491-4F0B-8FF3-A098794D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A58BF0-33D7-4FFD-A489-D4A21E54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Подтвердите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E047BC-05FF-42BD-9E15-1B8EC79B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Подключить. После подключения при входе CRM запросит код.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1F84B5-84B9-41B9-BDD8-294C8AA8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517FCE-0092-4944-A785-4D112B47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Если QR не читается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0E3907-1A62-4EC7-BC0C-CBA63AE7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Скопируйте ключ для ручного ввода и добавьте его в приложение-аутентификатор.</a:t>
            </a:r>
          </a:p>
        </p:txBody>
      </p:sp>
    </p:spTree>
    <p:extLst>
      <p:ext uri="{BB962C8B-B14F-4D97-AF65-F5344CB8AC3E}">
        <p14:creationId xmlns:p14="http://schemas.microsoft.com/office/powerpoint/2010/main" val="871275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BC23CF-4BE3-4D0F-99B5-078808F8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FCC32-21D7-4B31-8767-4428591E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283f40cbe4e22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393AA-6456-42FA-8274-2E60BED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13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9F2CF-4952-4110-BB81-E2C8BFE3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Смена пароля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85710-A002-4D4A-8F06-C8D4D9EF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Пароль меняется на отдельной странице, чтобы не смешивать профиль и безопасность.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F96B3-FCC3-4772-B934-1241D0DF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1402B-288F-4B13-B034-8176543E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CD010-A9B7-4AC5-96CF-E3B30BB8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C23D4-726C-4982-B8CA-F8621EA0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54297-3329-4501-A8E8-BACAFD59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4D7AE-A147-47C2-8405-9D1DD934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E66DB-77C9-49E5-8354-855D1933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1CA66-0CA4-4913-8C81-EF8C48E7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59A5A-CC56-42E9-B663-B18ADB6D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3E3731-4A2C-477D-AD01-14336A16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2CDFA9-1011-46AA-91CE-8944BE3B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Сменить пароль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EDBB1F-1AC6-4BF0-A776-8567E02B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находится в блоке профиля.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AD1B9-703E-41B3-8D60-ECB4CDDD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9D8B8E-7124-443A-B2E6-37A36FDA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808F1F-4A19-4B62-91AE-7421B643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63ED2-F7CC-4327-8251-0E7FBA5A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Заполните поля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BDEA82-3B4C-43B6-8D51-3AA417BD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текущий пароль, новый пароль и повтор нового пароля.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288F3-AD47-4DFE-B7FB-654D83A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FFF222-4BB4-4F70-AF25-203316B3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676995-ADBB-470F-98F7-12BEA477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025121-9B86-4472-9D7B-D4E5371C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E18EFF-A3D6-4A7F-89DB-F6EC7CEA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Сменить пароль. После ошибки проверьте текущий пароль.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AB9D5A-FEDA-4221-8F68-370FA8A5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FEB748-4503-4E09-9797-0DB82674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3B421D-C7E1-45AF-A47D-5E5AB4E0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A872A3-F3E5-49AD-9A5C-BE77FA6B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Вернитесь назад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499874-3F06-45E3-9B6D-C7FE6FE8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Аккаунт сверху возвращает в профиль.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B419E4-D1A5-4358-AB9C-4A3A7EF1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F2200B-CB28-4BEB-942D-8C2364D5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12B44B-5B26-41F6-9C9F-FBB683CA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Роль видит только разработчик. Остальные пользователи видят профиль без строки роли.</a:t>
            </a:r>
          </a:p>
        </p:txBody>
      </p:sp>
    </p:spTree>
    <p:extLst>
      <p:ext uri="{BB962C8B-B14F-4D97-AF65-F5344CB8AC3E}">
        <p14:creationId xmlns:p14="http://schemas.microsoft.com/office/powerpoint/2010/main" val="942116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A5407C-35D9-41BA-BBB2-CAD17A50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111DD-BBFF-4F66-BED6-63BC2023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85588ba7f4c88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BE1D5-1F82-4B3F-BEFB-CB309C77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14 · EXCEL И ОТЧЕТЫ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668A1-D0B0-4D22-AC14-740B710C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Excel и контроль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E2330-8960-4599-8751-DCD68332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Выгрузки нужны для проверки квартир, замечаний и результатов работ.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FB048-3FA8-4233-8E46-3E287411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77DDE-14AC-462C-8491-21F8C609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6A270-19EE-4FD4-8579-D671BEEE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73ACF-BC15-47F1-B5BD-C474CD92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295DF-4840-447B-B079-7CB5E46F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1F973-1A59-4118-860F-49FCF390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Квартиры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BE1F0-C6CF-40F4-8421-C0290859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 странице квартир нажмите Скачать Excel.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E748A-FE89-4855-B52B-78D2D89F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72E8F-899A-409E-9745-DA7FF076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A97A7-723F-4FCB-8AAB-F6F93F82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288B3-0DB2-4ECB-9168-4CE671D9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89A7F4-CEE5-4FB5-9FFA-A5E53C4E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21: отопление. Пункт 22: канализация, в/с. Пункт 26: Отступное (ТМЦ).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F6675-47AF-455C-84AA-7B986896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F2EF5-9AA2-4638-B339-9DC824BE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933CF9-E799-4CB0-AC0C-EBA3DF7D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43FA5-35F5-4E5C-AEE3-D37674E4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Отчет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D395D1-05E7-41C6-8E0E-E38D39CA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меню Отчет смотрите сводку по статусам и готовности.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BA0CF0-74F1-4863-A678-224BA6AC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B0A122-7FD1-4AE6-918C-3BCB4302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50DD5F-6541-4459-8433-B229804E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AD0964-7225-41A1-84FB-C9D426A1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фильтры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77150F-C41A-4817-89FD-0F0078BE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Перед выгрузкой примените нужные фильтры.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AF0C63-EC72-430C-8275-7E7A0465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4C1CCF-DECA-42AD-91A1-83C165B4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9935CA-6EEC-4715-B898-46CD8E1B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BFBDBE-3A56-49CD-883E-0730CDCD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файл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DCF21F-48E3-4018-96D5-D37B7D57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скачивания откройте Excel и убедитесь, что столбцы не смещены.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473256-A3C1-4914-BC4C-EFBA5027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743DFF-0DB6-4C55-B23E-AF8B8E9F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A30A4E-D581-444C-A3D0-96DDF768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Excel виден пункт 47 Доп соглашение, нужно сообщить разработчику: это должен быть пункт 26.</a:t>
            </a:r>
          </a:p>
        </p:txBody>
      </p:sp>
    </p:spTree>
    <p:extLst>
      <p:ext uri="{BB962C8B-B14F-4D97-AF65-F5344CB8AC3E}">
        <p14:creationId xmlns:p14="http://schemas.microsoft.com/office/powerpoint/2010/main" val="325279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2026-09-21T12:57:39.8130000Z</dcterms:created>
  <dcterms:modified xsi:type="dcterms:W3CDTF">2026-09-21T12:57:39.8130000Z</dcterms:modified>
</coreProperties>
</file>