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06ff332d84cc8" /><Relationship Type="http://schemas.openxmlformats.org/officeDocument/2006/relationships/extended-properties" Target="/docProps/app.xml" Id="R7017f72c0ca74d07" /><Relationship Type="http://schemas.openxmlformats.org/officeDocument/2006/relationships/officeDocument" Target="/ppt/presentation.xml" Id="Rbdcc8d25020541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9fac3c63954d5d"/>
  </p:sldMasterIdLst>
  <p:notesMasterIdLst>
    <p:notesMasterId xmlns:r="http://schemas.openxmlformats.org/officeDocument/2006/relationships" r:id="R11b4a2e4718a4377"/>
  </p:notesMasterIdLst>
  <p:sldIdLst>
    <p:sldId xmlns:r="http://schemas.openxmlformats.org/officeDocument/2006/relationships" id="256" r:id="R43c762ee2bbe4c7f"/>
    <p:sldId xmlns:r="http://schemas.openxmlformats.org/officeDocument/2006/relationships" id="257" r:id="Rfe67221ebc79496c"/>
    <p:sldId xmlns:r="http://schemas.openxmlformats.org/officeDocument/2006/relationships" id="258" r:id="R373312a5854e4dd8"/>
    <p:sldId xmlns:r="http://schemas.openxmlformats.org/officeDocument/2006/relationships" id="259" r:id="R50eea00566b24ab9"/>
    <p:sldId xmlns:r="http://schemas.openxmlformats.org/officeDocument/2006/relationships" id="260" r:id="R971ce35f3f3c4c5c"/>
    <p:sldId xmlns:r="http://schemas.openxmlformats.org/officeDocument/2006/relationships" id="261" r:id="R504de68fd1564fd7"/>
    <p:sldId xmlns:r="http://schemas.openxmlformats.org/officeDocument/2006/relationships" id="262" r:id="R6758294399394977"/>
    <p:sldId xmlns:r="http://schemas.openxmlformats.org/officeDocument/2006/relationships" id="263" r:id="R97f01a0fd3da46ba"/>
    <p:sldId xmlns:r="http://schemas.openxmlformats.org/officeDocument/2006/relationships" id="264" r:id="R6c144d7fc1e841d0"/>
    <p:sldId xmlns:r="http://schemas.openxmlformats.org/officeDocument/2006/relationships" id="265" r:id="R897f96bb0cda463f"/>
    <p:sldId xmlns:r="http://schemas.openxmlformats.org/officeDocument/2006/relationships" id="266" r:id="R5e8e9300c1684965"/>
    <p:sldId xmlns:r="http://schemas.openxmlformats.org/officeDocument/2006/relationships" id="267" r:id="Rdc11fe79dba7482f"/>
    <p:sldId xmlns:r="http://schemas.openxmlformats.org/officeDocument/2006/relationships" id="268" r:id="Rae054c16d0a34e69"/>
    <p:sldId xmlns:r="http://schemas.openxmlformats.org/officeDocument/2006/relationships" id="269" r:id="R4c8c6fb9cd8a4bad"/>
    <p:sldId xmlns:r="http://schemas.openxmlformats.org/officeDocument/2006/relationships" id="270" r:id="R9423e009bcfc4fcc"/>
    <p:sldId xmlns:r="http://schemas.openxmlformats.org/officeDocument/2006/relationships" id="271" r:id="R973eece58ca14f25"/>
    <p:sldId xmlns:r="http://schemas.openxmlformats.org/officeDocument/2006/relationships" id="272" r:id="R3996fd4df8ae4622"/>
    <p:sldId xmlns:r="http://schemas.openxmlformats.org/officeDocument/2006/relationships" id="273" r:id="Rf0c2b51c52a142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805af65b1844b0" /><Relationship Type="http://schemas.openxmlformats.org/officeDocument/2006/relationships/slideMaster" Target="/ppt/slideMasters/slideMaster1.xml" Id="Rd29fac3c63954d5d" /><Relationship Type="http://schemas.openxmlformats.org/officeDocument/2006/relationships/notesMaster" Target="/ppt/notesMasters/notesMaster1.xml" Id="R11b4a2e4718a4377" /><Relationship Type="http://schemas.openxmlformats.org/officeDocument/2006/relationships/presProps" Target="/ppt/presProps.xml" Id="Rb740f149dc4940f4" /><Relationship Type="http://schemas.openxmlformats.org/officeDocument/2006/relationships/tableStyles" Target="/ppt/tableStyles.xml" Id="R3a545ce3e52043d2" /><Relationship Type="http://schemas.openxmlformats.org/officeDocument/2006/relationships/slide" Target="/ppt/slides/slide1.xml" Id="R43c762ee2bbe4c7f" /><Relationship Type="http://schemas.openxmlformats.org/officeDocument/2006/relationships/slide" Target="/ppt/slides/slide2.xml" Id="Rfe67221ebc79496c" /><Relationship Type="http://schemas.openxmlformats.org/officeDocument/2006/relationships/slide" Target="/ppt/slides/slide3.xml" Id="R373312a5854e4dd8" /><Relationship Type="http://schemas.openxmlformats.org/officeDocument/2006/relationships/slide" Target="/ppt/slides/slide4.xml" Id="R50eea00566b24ab9" /><Relationship Type="http://schemas.openxmlformats.org/officeDocument/2006/relationships/slide" Target="/ppt/slides/slide5.xml" Id="R971ce35f3f3c4c5c" /><Relationship Type="http://schemas.openxmlformats.org/officeDocument/2006/relationships/slide" Target="/ppt/slides/slide6.xml" Id="R504de68fd1564fd7" /><Relationship Type="http://schemas.openxmlformats.org/officeDocument/2006/relationships/slide" Target="/ppt/slides/slide7.xml" Id="R6758294399394977" /><Relationship Type="http://schemas.openxmlformats.org/officeDocument/2006/relationships/slide" Target="/ppt/slides/slide8.xml" Id="R97f01a0fd3da46ba" /><Relationship Type="http://schemas.openxmlformats.org/officeDocument/2006/relationships/slide" Target="/ppt/slides/slide9.xml" Id="R6c144d7fc1e841d0" /><Relationship Type="http://schemas.openxmlformats.org/officeDocument/2006/relationships/slide" Target="/ppt/slides/slide10.xml" Id="R897f96bb0cda463f" /><Relationship Type="http://schemas.openxmlformats.org/officeDocument/2006/relationships/slide" Target="/ppt/slides/slide11.xml" Id="R5e8e9300c1684965" /><Relationship Type="http://schemas.openxmlformats.org/officeDocument/2006/relationships/slide" Target="/ppt/slides/slide12.xml" Id="Rdc11fe79dba7482f" /><Relationship Type="http://schemas.openxmlformats.org/officeDocument/2006/relationships/slide" Target="/ppt/slides/slide13.xml" Id="Rae054c16d0a34e69" /><Relationship Type="http://schemas.openxmlformats.org/officeDocument/2006/relationships/slide" Target="/ppt/slides/slide14.xml" Id="R4c8c6fb9cd8a4bad" /><Relationship Type="http://schemas.openxmlformats.org/officeDocument/2006/relationships/slide" Target="/ppt/slides/slide15.xml" Id="R9423e009bcfc4fcc" /><Relationship Type="http://schemas.openxmlformats.org/officeDocument/2006/relationships/slide" Target="/ppt/slides/slide16.xml" Id="R973eece58ca14f25" /><Relationship Type="http://schemas.openxmlformats.org/officeDocument/2006/relationships/slide" Target="/ppt/slides/slide17.xml" Id="R3996fd4df8ae4622" /><Relationship Type="http://schemas.openxmlformats.org/officeDocument/2006/relationships/slide" Target="/ppt/slides/slide18.xml" Id="Rf0c2b51c52a142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1bb27665004f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6e641a2fcf4732" /><Relationship Type="http://schemas.openxmlformats.org/officeDocument/2006/relationships/notesMaster" Target="/ppt/notesMasters/notesMaster1.xml" Id="R4e77f9b9f4e44d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5fc79bf82647f0" /><Relationship Type="http://schemas.openxmlformats.org/officeDocument/2006/relationships/notesMaster" Target="/ppt/notesMasters/notesMaster1.xml" Id="Re5c9da84f36643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d5d49afd143eb" /><Relationship Type="http://schemas.openxmlformats.org/officeDocument/2006/relationships/notesMaster" Target="/ppt/notesMasters/notesMaster1.xml" Id="Rc780049868d743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c7002e4eb497d" /><Relationship Type="http://schemas.openxmlformats.org/officeDocument/2006/relationships/notesMaster" Target="/ppt/notesMasters/notesMaster1.xml" Id="R67fad28e8a1f48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d8b65e48c4463d" /><Relationship Type="http://schemas.openxmlformats.org/officeDocument/2006/relationships/notesMaster" Target="/ppt/notesMasters/notesMaster1.xml" Id="Re8808e69fbf04e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73606c2cfd407d" /><Relationship Type="http://schemas.openxmlformats.org/officeDocument/2006/relationships/notesMaster" Target="/ppt/notesMasters/notesMaster1.xml" Id="Rdc00cfbb8ae84e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b7c85fdc0c4bd9" /><Relationship Type="http://schemas.openxmlformats.org/officeDocument/2006/relationships/notesMaster" Target="/ppt/notesMasters/notesMaster1.xml" Id="Rcdf9f608fae5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93fbc523864ad3" /><Relationship Type="http://schemas.openxmlformats.org/officeDocument/2006/relationships/notesMaster" Target="/ppt/notesMasters/notesMaster1.xml" Id="R5982b67544f14b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d258721a604104" /><Relationship Type="http://schemas.openxmlformats.org/officeDocument/2006/relationships/notesMaster" Target="/ppt/notesMasters/notesMaster1.xml" Id="R547b0860526f44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131faa9a9e4879" /><Relationship Type="http://schemas.openxmlformats.org/officeDocument/2006/relationships/notesMaster" Target="/ppt/notesMasters/notesMaster1.xml" Id="Rc4c966b09f5b43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caa940df4642b7" /><Relationship Type="http://schemas.openxmlformats.org/officeDocument/2006/relationships/notesMaster" Target="/ppt/notesMasters/notesMaster1.xml" Id="Ra13a73eeadd34a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3ff6b3932e4d44" /><Relationship Type="http://schemas.openxmlformats.org/officeDocument/2006/relationships/notesMaster" Target="/ppt/notesMasters/notesMaster1.xml" Id="R28c0e4cb703747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21ef4841cc497e" /><Relationship Type="http://schemas.openxmlformats.org/officeDocument/2006/relationships/notesMaster" Target="/ppt/notesMasters/notesMaster1.xml" Id="Rfe7b2ff6441743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21c2402e904b76" /><Relationship Type="http://schemas.openxmlformats.org/officeDocument/2006/relationships/notesMaster" Target="/ppt/notesMasters/notesMaster1.xml" Id="Rc26049e29e294c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f5a018392f4e9f" /><Relationship Type="http://schemas.openxmlformats.org/officeDocument/2006/relationships/notesMaster" Target="/ppt/notesMasters/notesMaster1.xml" Id="Rc2fb0bdb770848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b22460116c49bb" /><Relationship Type="http://schemas.openxmlformats.org/officeDocument/2006/relationships/notesMaster" Target="/ppt/notesMasters/notesMaster1.xml" Id="R5783234fd41847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cce2a5706a4fcf" /><Relationship Type="http://schemas.openxmlformats.org/officeDocument/2006/relationships/notesMaster" Target="/ppt/notesMasters/notesMaster1.xml" Id="R198be1423d8c4a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a22af83e5d4098" /><Relationship Type="http://schemas.openxmlformats.org/officeDocument/2006/relationships/notesMaster" Target="/ppt/notesMasters/notesMaster1.xml" Id="Ra440e90f8e50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подрядчика.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Квартиры.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Отчет.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История расхода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Почта и телефон.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Подключение 2FA.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выгрузка.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488d0020b40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0c28d59c52432e" /><Relationship Type="http://schemas.openxmlformats.org/officeDocument/2006/relationships/slideLayout" Target="/ppt/slideLayouts/slideLayout1.xml" Id="Rb67878a2c0f24b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7878a2c0f24b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91397c7054f9a" /><Relationship Type="http://schemas.openxmlformats.org/officeDocument/2006/relationships/image" Target="/ppt/media/image.png" Id="R17603e73a8764c6b" /><Relationship Type="http://schemas.openxmlformats.org/officeDocument/2006/relationships/image" Target="/ppt/media/image2.png" Id="Ref9b6a9c59f14e7d" /><Relationship Type="http://schemas.openxmlformats.org/officeDocument/2006/relationships/notesSlide" Target="/ppt/notesSlides/notesSlide1.xml" Id="R3dd5593bf941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bda2d24f94bf3" /><Relationship Type="http://schemas.openxmlformats.org/officeDocument/2006/relationships/image" Target="/ppt/media/image3.png" Id="R01a76d913f474c36" /><Relationship Type="http://schemas.openxmlformats.org/officeDocument/2006/relationships/notesSlide" Target="/ppt/notesSlides/notesSlide2.xml" Id="R86532e4d5bd642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0e77e686f4277" /><Relationship Type="http://schemas.openxmlformats.org/officeDocument/2006/relationships/image" Target="/ppt/media/image4.png" Id="Ra0e5575300074d6e" /><Relationship Type="http://schemas.openxmlformats.org/officeDocument/2006/relationships/notesSlide" Target="/ppt/notesSlides/notesSlide3.xml" Id="R319657f8316b43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f51cfe3744926" /><Relationship Type="http://schemas.openxmlformats.org/officeDocument/2006/relationships/image" Target="/ppt/media/image5.png" Id="Rf9049aba009d40c0" /><Relationship Type="http://schemas.openxmlformats.org/officeDocument/2006/relationships/notesSlide" Target="/ppt/notesSlides/notesSlide4.xml" Id="R5cde926fa45847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75fdc20374086" /><Relationship Type="http://schemas.openxmlformats.org/officeDocument/2006/relationships/image" Target="/ppt/media/image6.png" Id="R9455dd0e843f440e" /><Relationship Type="http://schemas.openxmlformats.org/officeDocument/2006/relationships/notesSlide" Target="/ppt/notesSlides/notesSlide5.xml" Id="R77b1dfddc56947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d08e6d32648fb" /><Relationship Type="http://schemas.openxmlformats.org/officeDocument/2006/relationships/image" Target="/ppt/media/image7.png" Id="Ra2f89eb8a7434ae3" /><Relationship Type="http://schemas.openxmlformats.org/officeDocument/2006/relationships/notesSlide" Target="/ppt/notesSlides/notesSlide6.xml" Id="Rd7c4a7afc5f246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1b61cdcb84663" /><Relationship Type="http://schemas.openxmlformats.org/officeDocument/2006/relationships/image" Target="/ppt/media/image8.png" Id="Re97fcef442464c22" /><Relationship Type="http://schemas.openxmlformats.org/officeDocument/2006/relationships/notesSlide" Target="/ppt/notesSlides/notesSlide7.xml" Id="R2fd14cd201604c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1361f0d6d4e1a" /><Relationship Type="http://schemas.openxmlformats.org/officeDocument/2006/relationships/image" Target="/ppt/media/image9.png" Id="Re712d5ee5b35474f" /><Relationship Type="http://schemas.openxmlformats.org/officeDocument/2006/relationships/notesSlide" Target="/ppt/notesSlides/notesSlide8.xml" Id="R9e43e6fcaf934f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9ba1e266a4893" /><Relationship Type="http://schemas.openxmlformats.org/officeDocument/2006/relationships/image" Target="/ppt/media/image10.png" Id="Rbaa1e9ac84c14c5d" /><Relationship Type="http://schemas.openxmlformats.org/officeDocument/2006/relationships/notesSlide" Target="/ppt/notesSlides/notesSlide9.xml" Id="Rc52d548076184a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6ccda82544afe" /><Relationship Type="http://schemas.openxmlformats.org/officeDocument/2006/relationships/image" Target="/ppt/media/image11.png" Id="R0025171849394460" /><Relationship Type="http://schemas.openxmlformats.org/officeDocument/2006/relationships/notesSlide" Target="/ppt/notesSlides/notesSlide10.xml" Id="R71316fb9986049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1c374a6fb4d7a" /><Relationship Type="http://schemas.openxmlformats.org/officeDocument/2006/relationships/image" Target="/ppt/media/image12.png" Id="R458d22eed87a4f08" /><Relationship Type="http://schemas.openxmlformats.org/officeDocument/2006/relationships/notesSlide" Target="/ppt/notesSlides/notesSlide11.xml" Id="Re8747664a75c44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99bbb8b4444e0" /><Relationship Type="http://schemas.openxmlformats.org/officeDocument/2006/relationships/image" Target="/ppt/media/image13.png" Id="R0b6d58f192114ec8" /><Relationship Type="http://schemas.openxmlformats.org/officeDocument/2006/relationships/notesSlide" Target="/ppt/notesSlides/notesSlide12.xml" Id="Re60167791f8645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20afe25a04659" /><Relationship Type="http://schemas.openxmlformats.org/officeDocument/2006/relationships/image" Target="/ppt/media/image14.png" Id="R96260cd73c424284" /><Relationship Type="http://schemas.openxmlformats.org/officeDocument/2006/relationships/notesSlide" Target="/ppt/notesSlides/notesSlide13.xml" Id="R59db180048694a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1998cbb9a4758" /><Relationship Type="http://schemas.openxmlformats.org/officeDocument/2006/relationships/image" Target="/ppt/media/image15.png" Id="Reabaa22b71bb4697" /><Relationship Type="http://schemas.openxmlformats.org/officeDocument/2006/relationships/notesSlide" Target="/ppt/notesSlides/notesSlide14.xml" Id="R43e7b4a9c53a41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2d971ba554dad" /><Relationship Type="http://schemas.openxmlformats.org/officeDocument/2006/relationships/image" Target="/ppt/media/image16.png" Id="Rbd81e7f4e3df4bf3" /><Relationship Type="http://schemas.openxmlformats.org/officeDocument/2006/relationships/notesSlide" Target="/ppt/notesSlides/notesSlide15.xml" Id="Rd6d832acc3784a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0653e5f9f4849" /><Relationship Type="http://schemas.openxmlformats.org/officeDocument/2006/relationships/image" Target="/ppt/media/image17.png" Id="R510f87242e5a4326" /><Relationship Type="http://schemas.openxmlformats.org/officeDocument/2006/relationships/notesSlide" Target="/ppt/notesSlides/notesSlide16.xml" Id="R95508b2a77d34f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d445d79954471" /><Relationship Type="http://schemas.openxmlformats.org/officeDocument/2006/relationships/image" Target="/ppt/media/image18.png" Id="Rce92963686d54baa" /><Relationship Type="http://schemas.openxmlformats.org/officeDocument/2006/relationships/notesSlide" Target="/ppt/notesSlides/notesSlide17.xml" Id="Raad791919eef45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240b7b6fd481d" /><Relationship Type="http://schemas.openxmlformats.org/officeDocument/2006/relationships/image" Target="/ppt/media/image19.png" Id="Rfc5923fd15224ceb" /><Relationship Type="http://schemas.openxmlformats.org/officeDocument/2006/relationships/notesSlide" Target="/ppt/notesSlides/notesSlide18.xml" Id="R35eb504a947940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03e73a8764c6b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389EB-AAC5-4D5F-992D-214E5198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D8ABA-261C-4A63-94B7-0B96FE7F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C6734-DC0B-48CA-850F-6D3DCEF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41D98-C221-40E9-AF31-0E8D232E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38D9F-5B01-4729-BE31-DE16FA76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71E4B-6FFB-49CD-B615-7D0892D4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b6a9c59f14e7d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15DEB-EC8A-43CE-AEA8-789BF514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CC764-AB6F-461B-A543-D00EF4FC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D3256-AE2C-425F-823C-9CBEA1BB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B014A-437F-43B1-AFBF-F43DA7B2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1125F-0BCF-4590-B05A-1AEC849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19D6C-397F-40FF-A841-A9F3BCE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D1225-D420-44C7-A700-30E1F21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</p:spTree>
    <p:extLst>
      <p:ext uri="{BB962C8B-B14F-4D97-AF65-F5344CB8AC3E}">
        <p14:creationId xmlns:p14="http://schemas.microsoft.com/office/powerpoint/2010/main" val="1703423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AEE5C2-6497-4171-8EB2-513D0E6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1C88F-F121-4DCE-AEAD-B764F3EE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76d913f474c36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522B1-DBC8-4C99-9A24-6FA3AEBC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4EBC7-1126-45A6-A14D-27288C78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0C1FA-5C0C-495C-A8E1-0B40917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AAF95-5EF5-495D-BECE-6878B5BA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B86B9-780E-4CB1-8531-FAA9638E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3738C-8D6B-47FA-A22E-31C4995E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5CC58-807F-4A35-B326-7261162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2CC4C-A042-4A6A-ADF3-BE95152D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9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1D309-8B01-400B-8E4B-F1F9DEC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E9D40-69A1-4642-A9E3-130E7D26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0EA94-3B20-4321-8C68-6206C05C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3A598-F1C7-422A-A0B4-96E46D07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99BA2-5A1B-4E4A-8122-DCE092A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BC775-1E58-40F9-8795-B6630E4A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ECAA1-7265-4CFB-80DC-8B1D6803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CA105-1C14-4972-BDEC-0227371C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0FE53-528B-4CD1-B20F-F9098F08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3AAB7-DDCC-4B9E-8FC0-E6ACC3C4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F26FE-DA7C-462D-98AE-367549C4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EAF95-5520-4306-AE46-88C498D4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33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E5E984-F727-4156-A9BA-5A3A22D5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4F1C1-7ED2-4FDC-89CC-AEF1E7D0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F12ED-52E0-4268-9A99-9CFCD853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336EFC-4318-47D1-9630-FAC30E18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26DB1-E212-43AB-AA38-B3652F0C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9951BF-9A19-4E53-98FE-22B474AF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7470D-C782-48C4-94B6-3043147A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62AA7C-EA6B-485F-A7C2-4C42F4B6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81B0E-E820-4013-9B0E-C0446179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9C0E4B-BEC4-4EBB-ACA2-35735F0A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F4DC2-6A63-4465-B833-36D9C3AA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8D4DDB-41A4-45A5-AAD3-D7561271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FC7E54-678F-4494-B51F-BE1CED38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60EFCC-90A8-427C-B784-C2FC6BCA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4643D0-1D7B-4C6A-BE9F-CF88762C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43D692-26EA-40DE-8ADE-AAB57A8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897900-EB3F-40D3-9E81-FF4769A3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A592D2-A742-4F41-8555-81552879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подрядчика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FF4F6F-7971-4613-A949-4126F31A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95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Добавить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42F71D-28EF-4E53-9FCB-E2BD7D94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86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Новый исполнитель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D4AC9C-EBA4-48B8-9E38-C9666C9B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3EB901-AF2C-4852-91B0-7A35D4D6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Выдача задач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4A35CE-4EA8-4B64-952F-91AF0F7F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34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8FD214-046B-4B39-B0EB-30D1ED3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10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Квартиры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0AFEAB-D544-4C52-AE36-B045EA91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34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C60A57-B3B4-4FA9-93EA-862BB622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10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Отчет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2B37F0-7CEA-4A20-8BF4-ABF24281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34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E3A9AD-C49A-49E1-81B1-97A5E7E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810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Расход материалов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FDA616-32A1-413C-9F1C-ED22EBE1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34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416C7E-6784-4BE3-A3D5-3607BAC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810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 История материалов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E8E3CA-8AD5-401A-8C2C-D57B2C90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C6F3E8-D893-4972-8A49-7A147F3E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 Замеры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B341B4-844B-4A72-B355-F9176D2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3B99A4-2CB5-41B6-8E6B-7A0C0888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91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 Почта и телефон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DE475D-DCA1-42FA-84EA-E32060D5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15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248198-2BCE-452D-9B35-9A453361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191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 Подключение 2FA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FDF0B4-7840-4D9A-B7C4-4746B9E0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115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1DD18E-8E9E-4729-B50E-061F6936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91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15  Смена пароля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10BE19-DBAA-4136-BAEF-3FA5FC76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115050"/>
            <a:ext cx="1885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316E96-11A2-46AB-886B-96C90E0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191250"/>
            <a:ext cx="1733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16  Excel</a:t>
            </a:r>
          </a:p>
        </p:txBody>
      </p:sp>
    </p:spTree>
    <p:extLst>
      <p:ext uri="{BB962C8B-B14F-4D97-AF65-F5344CB8AC3E}">
        <p14:creationId xmlns:p14="http://schemas.microsoft.com/office/powerpoint/2010/main" val="435353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50A276-6E34-4D58-A089-08CFDF81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CE3EC-DB42-4659-9950-9B317E5F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5575300074d6e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AC9F3-017C-4FEA-913B-D28EF93F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CE9C7-C8C7-4BC1-ABAE-266FDB4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F10D-A7EF-4CF4-A44E-9362BF66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74C9F-3AE0-47BA-BB07-3C6DC03C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395D4-6FDF-4E85-BD69-868805E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9DE4E-9C0E-4426-B934-8C77ED4D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AFF14-4353-4A11-A36A-B1249A9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B0E54-5497-4E2D-B02B-6CE63930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7A3D7-50A5-4315-9211-C73A2828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95565-1820-4F52-8A17-DB771999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CA767-4851-48C8-B120-0D3EBBAC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0595F-07CD-4871-8700-8F8D2AE1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4B4B8-C63D-4ECF-A303-8EAE9FFC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5D4EF-6CF5-4703-9ECC-DF67078D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C6F64-BB0E-4FD7-BF89-DD37DC2F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1D51F-E037-4859-B95B-2E4FAA6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B946D-DD1E-498D-848D-87D73DD9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9C273-6032-4A3D-9861-3040E7A4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E33A9-9FA4-4790-BE90-C41BCAA6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C400A-47C8-43D1-8AA8-4BB71D3D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490CB5-A10D-45C4-8BC2-E47EFF07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53C90-3FE6-4387-B50C-6056195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5FE3DD-3C67-4120-9EC2-6A735E15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018A9-A460-4A16-A775-581ECD7C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CA8F0-0067-4C9E-8C1C-CEE5DE4F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F0DED-F48F-4728-BEF3-CE909D7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91F35-FF36-4E37-81F6-DA32A3B1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9E104-8972-4526-90D7-9477902E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4DB9E6-B79E-4DDC-ADA8-2ABF312B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30A218-ED64-4976-BBEA-FBD39B08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74136E-AA70-4E1B-8EEB-0E3AFEEF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7EDF5-DC1C-4207-B24C-F4341143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485866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9FA8D1-EC6B-4B3F-B60C-0D248B05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B281A-E717-4E98-BD05-B797E2D5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49aba009d40c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B4B17-804C-4010-96BA-51A0A7F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C41B5-B4ED-4511-8F6F-5633108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F367E-8899-4EA8-A6FC-B2D909DB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9DDAE-CF81-452C-AD98-999BB37F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6B9C1-D50B-4ED3-88C8-89D5CBA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8EA09-ACCA-4A9B-AE87-74EF2F53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CD0FE-B64A-4919-8F33-B2D384E3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8CB6F-CCEA-4E85-BEC9-DA85293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EA040-58E3-47D2-A8AD-19F58186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F6EAD-6604-4B21-A844-C2C6D325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8F317-B7AA-44E2-8D86-D8C3B805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424B9-52A4-4953-8C78-6B44BC3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8243E-E9B9-4F47-B348-FE02579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52F1C-0A85-4F24-A76D-8BEC8E88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B85CA-8C53-4FD1-B20C-564F1658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CA8E5-D851-4774-806C-AB19D86A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1CFF1-362C-4A3C-9B9A-B8B03A01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19D66-E76E-4748-8B36-3FB792EA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864F9-B104-4D64-8370-A9CEEAFA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4D52B-14B6-4360-941E-E6625943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A037C-F8D2-49AB-8323-7D9C3BF0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D8279-9FD8-4085-8EAA-585D6DE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EF4E8-94FC-4E43-8F1A-FA88F35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2726B-D1DE-4DBA-B00C-0B78583E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FF4C0-D3B7-477D-AC62-61C22EF0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96D44-480E-4927-A924-156E4E23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69D0B5-60EE-4C6D-9D87-E411C91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FAEC7-FA43-4BEE-965B-85BA7866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C745FE-B9BD-4AFF-A6DB-B9C237FE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D4BD96-46A0-40AB-A005-53216CD8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ED5923-B1BB-4A67-9A89-2BAE8006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7653B3-0E04-43F8-8243-9C7ACE75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925685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7B2AE6-9802-4182-B150-E47E8A7D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92D91-6414-4B8D-ADB6-8E1CEBBA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5dd0e843f440e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1B341-542D-4130-80F4-113E766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B5C32-DA0D-497F-B6F6-D8B23BB5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71C06-B54D-4391-A630-EED346FE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C2672-7570-4DE6-991C-CF864EF6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A1C4A-415F-48B5-B6BC-15B3E97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3FCF4-E49E-4D4E-A77A-8E2F15B5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109DC-4036-44E8-82A2-521A9E0F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70FDF-949A-4FC8-95A7-F644354B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48189-076A-4E24-8022-0DCD3D51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52315-7FF2-42BC-8428-881588C4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57D7A-5BAA-49D9-9474-61D005E1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0799B-2D92-43BA-B77E-B396D31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8AD8F-66E3-4968-B401-B760B670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D5FC1-5EA6-4BF1-9B76-CEA7B725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8FFE2-6FBE-46CE-BE91-001CC68E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79995-51D2-450B-840F-FFDF4033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EDF62-F7AE-4531-886C-424F7EF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5BA79-1D41-4BF6-A29F-17656930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F0619-0A3D-4F58-9516-D19736D9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0C549-A5FA-47CB-B8C2-1310BC45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620D3-EA2B-4236-B6DA-1E6394BD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2AE7A-4270-4095-8B6B-D6B81D4E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AF8D64-3640-4C6B-85C8-9B6162AE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FA222-D40A-4067-AADA-46EE54D1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0FA4E-4FF7-402C-B3DB-6D87480E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80E43A-1988-498D-B909-0684E177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62EF5-A05C-4A5B-9A3A-16FE9E37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BD079-9A29-4101-A4C7-9191405C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D0B7C-A4C1-4D02-89DD-AADF087E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BF5DB3-5D91-4223-AA56-AF6CF3E9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1A4D8-7A3D-49BB-9E77-A1925993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1C2FCC-BB37-4E40-B2A5-CA1E19B5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1118589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5303F8-BAE7-4EC2-B577-5E151C64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D6CBD-F058-49E3-ADE1-76F0E645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89eb8a7434ae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36968-3F17-4BF5-887D-6464EE5D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E3BD1-7D67-40E8-B0FB-1C3AD7AE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BA593-C94A-44E4-A1F8-E49DD8C4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F1955-219F-417F-8FD8-51258690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8488C-D52B-4EA9-B744-193B192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28FAA-853E-4442-A39B-D6A8BFF4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F4798-B506-41DF-A52D-0F502C23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B31CA-2735-4AD4-8BA0-3ECDB71A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F50D4-74D1-47B7-B93D-EA1934B2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9D967-0165-49FA-8062-5901DBA0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A36B0-7DB4-469F-AF02-F5802B2A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89DF9-DE76-4672-B4EA-5FC550A0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5DFB2-B673-4017-97F8-E038791C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BC123-F7AC-4FB8-837E-1781E630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F794E-70BB-4A97-8144-DBFF90A4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66CE5-3E74-4624-819F-DBB20425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8C4D4-282F-41FF-AF68-81C647A4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BE826-541B-44A9-B420-4DCCFBAF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A97C3-B285-43C1-86E8-DF917C1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D6817-7F5D-45FB-90EF-80C1CA19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9156C-D695-4A68-B2F7-D062911C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C6330-2E8F-471C-BEA3-1EEDFB65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2F35F-952E-4B56-AB42-C7032786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7E875-6432-4A25-863F-BC9B32B9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C4558-A4CA-4B37-BEE0-ADAB340F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34859-E3CB-4973-99D2-212D2BA1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572F9-7540-4F1A-9D21-83DF912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F1F9C-BF3C-4127-95E4-815FFA3E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D87A5E-44A0-42CC-9B7B-8206CB38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15E833-174D-4DC6-AE9E-1EFAB70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F921F3-5E19-4BDF-885F-C8D210DD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9D3BD5-A4E1-451A-BAA4-DE74A91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1425243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871737-BBA2-4049-9CD5-C7362F4C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96A9D-C00E-402E-B119-99AAD456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fcef442464c22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DE359-ED50-476E-932B-9C20807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4C510-69B3-44BA-BD07-C037618D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22535-8D5F-4BF0-8A6B-CB88B5C6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82B92-BA51-4CEB-9DE2-07CFF114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D1F24-5047-4AA7-91EC-E0DEDEDE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D8210-0930-4955-81F7-A38B46C4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A5ED1-D9C4-4CAA-AD32-62C5DB2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8E514-2E7B-4170-AACC-1832C8C5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38E83-0801-47AD-935B-6CA3B9F4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3182D-AFB4-45C9-A687-B166D71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8A393-8500-478B-870F-4A24C90D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B8770-40F6-44B3-A11E-32977C86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42120-67CB-428A-B500-5D7CDF9D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3941E-5905-4EAE-A03E-A649FAF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790C1-D572-4BB3-9B73-FFD9B78E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FC9D3-B50B-4791-ABE9-1D02A2FC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B60AF-F629-4109-98BC-7AB4B5DD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38CDD-9AA5-4B60-8154-C2F7662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8799D-7F15-4600-A7B3-6185FA4F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1A6746-9437-46A0-BE90-85FB5EB3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CBCF3-6815-4EE8-B688-014113E6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5B0F4-A0F6-46D3-93B0-1879D9A5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134F6-B0A6-4016-920E-8A4E8AF3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00849-A33D-419D-9260-8254FCE0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1AACAF-3851-4A47-9973-2D8AD13F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FE027-47A2-4985-B98F-476DB437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2F08C-6FEF-4BF2-802C-CA41DBD0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0ADCE3-5E81-4048-A1AB-3D1C2F98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CA6C2A-7768-4674-996D-1E05AB15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C4335E-2057-4A3F-958F-164D912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C21C53-1497-41E3-B094-8DD05ED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F2D086-ABAD-4909-9477-C952CB37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980864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DF819B-4C4F-41D6-BDB6-D2664E82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0F97D-7A21-456F-8D6A-753866CD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2d5ee5b35474f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EC4A4-B1CC-43A6-BC6F-5D623165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7A049-855C-408C-8CB6-130C267C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подрядчика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91DA2-C8CB-4B84-8A66-BEFB80A9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Подрядчик нужен для претензий, распределения замечаний и контроля исполнителей.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64D03-DF11-4D7F-A814-B7459DBA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88AD0-071F-4BA1-8840-2125F2BD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1713A-203F-4614-970D-00A1766F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CEEF4-6967-4319-B4DF-695429E4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12137-7ED3-48C7-BF8A-C36CD741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65EFC-A305-42D0-9C45-75DA9C0B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Подрядчики.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5B83A-B1EA-42C5-ABC1-5BE8D861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ABF8E-D2A0-41B9-AF20-0E225610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3919A-5B7F-4342-AFB7-B4DB4FB3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8DFBB-2D7E-4262-91C5-A488428A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добавить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A04CA-B16B-41FF-BD10-084DCA1F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форму создания нового подрядчика.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B0D24-8EC0-4DC4-8C78-9E0959D2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EF8F5-0649-480B-B651-48BC2B70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B80D4-FD0A-479C-BC63-912568CF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71BEB-3FD4-4542-9781-B769B12C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данные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5D708-72A8-46B2-A9BA-6A35C59C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название, контактное лицо, телефон и email, если они известны.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46A01-6D74-4202-9984-2B650CA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A1FBC-2825-4FFD-81EF-AEF94741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F6827-8E4A-414F-BCD9-9B2CECC3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27990-AAA1-4238-BF2C-CC4154D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разделы работ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C2CF5C-56AD-49BB-82EA-7E4637DD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Отметьте пункты или направления, за которые отвечает подрядчик.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C025B9-CD53-4ED7-9BC1-E197566A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688CA-E124-46F8-A0FF-8F7B0E17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A5F8E-C01B-4735-AFFD-A0E58F64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B4228A-385F-442A-8D88-DA5F53C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1D415-4B98-4E1F-A368-10185A35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Сохранить и проверьте, что подрядчик появился в списке.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528B9E-3B46-41AD-927E-C18AF93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1BF0F3-2B6B-4AD9-90F1-E6848057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FBF9B3-281A-4100-BD68-5B86699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Без правильного раздела работ подрядчик может не появиться при формировании претензии.</a:t>
            </a:r>
          </a:p>
        </p:txBody>
      </p:sp>
    </p:spTree>
    <p:extLst>
      <p:ext uri="{BB962C8B-B14F-4D97-AF65-F5344CB8AC3E}">
        <p14:creationId xmlns:p14="http://schemas.microsoft.com/office/powerpoint/2010/main" val="640877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70A2A5-0FCE-4F51-BF7A-D5DDDB8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4AE84-D3AF-4E61-B947-C14D6C4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1e9ac84c14c5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A3157-3FC3-4739-9348-DD8F374A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2D9CE-86A9-4CCC-9B87-FA855142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1DFB1-1E05-4B28-9470-E09DBA84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5674A-018C-4065-8DB3-DE3D07B6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1E586-D8A4-45BC-AC6F-EDCFDDBE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A0D26-7F06-42FF-86A6-92F2893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5068F-54A1-4B46-8943-C7231D73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0051B-6A19-4A65-9E34-5B418BE1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D56C6-BAEC-4D83-B158-D2A3CDE9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9D376-706C-4064-A3F5-FCB521E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7B3EF-0C7F-48F4-BF70-79ACA05B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D07B7-CE53-49C3-91C8-785A0794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E9D0D-306B-4948-84FF-16127D3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A0970-1A48-4C5A-BA2E-13E76A5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B9C2F-2D31-47E2-B4C3-4F72B8C9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FB93B-9159-45B1-86EB-5CC2ABDF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345FF-85AD-4C55-9C1A-DB4B1E69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F7795-DD34-4100-A8DB-EB00019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CA745-EFD4-445A-ACE6-2B9D598E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FCEA0-1A9F-4EB9-AC01-93579E5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0C9C9-4E39-4FB8-9742-BDD09E3E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0585D-F782-43D3-9E30-D0798983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3CE12D-DC76-4773-9EC5-3C15797C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8B9F9-C4C0-4DAD-98AE-A1E49A5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77932-602E-4585-BBF9-74F510DD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09A1-225F-446F-96F2-18268B82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FE6426-4939-4012-A3CF-FD8DDF7A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F05D96-6C2E-44A0-A649-88F7BC30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DA455-BBC4-4A2F-8ECF-827D546F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639ABD-EB15-4F5B-9FA4-F17C4925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B6CA15-9409-4C2C-97F5-4D4A5FD5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977E67-DFE6-4542-BB26-1EE70A2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763308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EE6613-DAD1-44E8-9DBD-CC9CB945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D6958-4873-4943-AFD5-09430EB2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517184939446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1B686-C32D-41BF-9854-2788ECD7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КВАРТИРЫ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A5366-B5B8-46B2-B4FF-F6BF1797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Квартиры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E774E-6065-4DB6-B119-AE697B5C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показывает помещения, готовность, статусы осмотра, АВР и комментарии.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57FE3-3C53-442A-938B-4FDCC2BB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00659-1EBB-4555-8A64-51F2C6B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6B284-CB74-4D1A-BE63-36E5B52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D6C45-A13F-4257-8398-CA8BB7D1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32981-10D6-431E-AF86-9DA68CA0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363FB-E903-4D16-9CB1-A99CB4DC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Квартиры.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2445D-C967-4584-AAF1-66ACC031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196B1-A198-4DB8-81E9-73384240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8B3BE-2848-4711-B9EF-28B97673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F853E-117E-4B0A-A7E3-6AF64AF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9FDE4-9D4D-447F-8181-5F95137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номер квартиры или текст в поле Поиск.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8CF26-C29B-47D9-B3D8-25C0FA2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BFF00-D94C-4BE8-9430-1889EA0C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B5475-0EF8-4660-9E3D-2BF35E1E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D82CF-F699-4C2F-B1EB-02B698D3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Примените фильтры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B5011-A025-4F79-86F9-391D70BC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Осмотр, АПП, АВР, внутренний статус и отделку.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DC4B6-2F10-41E7-9AF6-2924D9E2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14A2F-82FB-49F5-8EFC-EF2E5B9A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9AC58-C4B7-491C-9CE9-86B2E85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1E0F6-01E3-4441-B76F-CE76C932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карточку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9B54B7-69CC-4DC9-AD5C-5AC4EBF1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на нужную карточку квартиры или коммерции.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131FB-A7D2-47B8-AFCE-959C8E80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FC5BA-5ABA-43B7-9CEE-EC3F1590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ED59E-ABFB-4E16-AB57-532A1A3A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C1CE0-6DD9-4B04-B823-0420B7BC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B4514D-210B-4AE2-B6D3-F756C4FF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смотрите замечания, комментарии, историю, готовность и статусы.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104A82-52BE-40D4-8DB1-0E801CDF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8459D8-4033-434D-A9E4-0020F0F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41C193-79F0-4C93-9DCC-EFC94261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Желтые карточки обозначают непроданные помещения. Для них строка осмотра не нужна.</a:t>
            </a:r>
          </a:p>
        </p:txBody>
      </p:sp>
    </p:spTree>
    <p:extLst>
      <p:ext uri="{BB962C8B-B14F-4D97-AF65-F5344CB8AC3E}">
        <p14:creationId xmlns:p14="http://schemas.microsoft.com/office/powerpoint/2010/main" val="16990201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5140D3-A4E4-4E9B-9E15-4EA64210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5EF8C-2A1E-438A-A453-9FEF10BA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d22eed87a4f0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F2C17-6F01-406E-9C72-4133E9C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ОТЧЕТ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A8CB3-5323-4DDB-92EA-29A28D03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Отчет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ECF5-B067-4AC6-814A-71BF1AAD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Отчет нужен для контроля готовности объекта, статусов и общего количества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A87CB-F96D-4321-BE1D-99C9A8C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8C3E0-1315-4DC4-A4B5-854BFA14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D7380-45A4-4CA5-A695-5FB7D0C1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36370-17B9-4717-BE7F-7B93A50B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861E0-D1BD-45F3-8269-AD33B09F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99FC5-29EB-46BC-A4F3-ED727B5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Отчет.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AB139-1ED4-474A-8FEF-0AF66BD7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C89F2-0974-4F79-B215-81D3CB1F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277EF-9C30-496B-ABE3-A045F56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70A09-2A9E-4321-8328-B695D589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сводку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9E735-A95F-461E-B82B-53F88E69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Посмотрите количество помещений, замечаний и готовность по объекту.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55EE0-1768-4987-BCB2-094FB562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3E5E8-C0ED-409B-B3E6-59C582B7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57E96-01DD-4EAE-A22A-C8C848E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770393-C701-491A-9231-BD329B78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3003C-5DA1-404C-B91E-05A19119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нужный статус, отделку или другую доступную группировку.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B41E3-0A6F-42EB-9BBA-1BFB83D8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FCD66-EE5C-42F7-8693-D5CF195F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9681C-B275-4586-8801-FE0EB78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BEF54-6FC6-4EB1-8AB6-B08A42ED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Сравните показатели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7C2225-B54F-44DB-8A96-36645D5A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выполненные и оставшиеся работы перед выгрузкой или планеркой.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816D4C-6A03-4EF9-B3C0-B9E2678C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45349-8376-4A3C-93B3-38B64BE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E9544D-7A50-4177-885B-F416CCB4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E1B1E-3A6D-49EF-A062-5A657BE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детали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6FFDC0-9612-4031-AFE0-D9E1AD88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Переходите из отчета в нужный раздел, если нужно проверить конкретную строку.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033504-6DE1-4AC5-9790-B5132940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E5926D-AF9E-4213-BD09-FFFB3141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3173DA-19C8-400C-B08A-2F22962C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цифры в отчете не совпадают с карточками, сначала проверьте фильтры и выбранный объект.</a:t>
            </a:r>
          </a:p>
        </p:txBody>
      </p:sp>
    </p:spTree>
    <p:extLst>
      <p:ext uri="{BB962C8B-B14F-4D97-AF65-F5344CB8AC3E}">
        <p14:creationId xmlns:p14="http://schemas.microsoft.com/office/powerpoint/2010/main" val="6820399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A4F0E9-C204-4D72-8325-0EAC5B98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98C87-5BEB-4A52-8310-621021E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d58f192114ec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34FA3-AC91-442B-B566-D5FD320C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B0B7F-402F-43F0-B221-894A7D2F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E6371-CF33-4FFF-B3CD-AF7FCFB0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83883-D37E-4F6E-8774-3F6E256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25CE2-6413-45E0-80D6-2B63E174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1F14E-14F7-45DE-ABAA-BA29DA9A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3BA26-5B11-4FD9-8DA7-ED88E687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B786B-DA38-4932-B02A-399D6DBD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A89A5-A2FA-49A4-9E5C-2A211E28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Расход материалов.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FE7D2-976A-4745-A12B-FD11D71C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8D894-562E-4755-BA64-82024E9A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C45D4-F51A-45BA-8FED-39D9959F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7F74A-87E9-479B-BF5B-70D9A7F1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Создайте запись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4B1D8-F2B8-44DA-AF23-0B8BFFE4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добавление расхода и выберите квартиру или коммерцию.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C5E6A-082E-4041-AE7F-7857CA33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85C43-5C79-4557-99B5-054A4103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D7A25-2CBE-4719-9E13-E3064290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62FD7-1FBB-4E78-9A11-74B0DDC0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работу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F1439-5859-426F-80CE-F163224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замечанию или пункту работ.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AAC81-CECB-4CD8-94A9-054DB04B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A213C-5754-4F9A-B9A2-270B32C1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BACA2-800D-4EB4-B156-7489344A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4D3FD-DA3F-4068-B255-2C64EDF7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материал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1C15F-9AEF-45C9-9456-1AEE5A37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Заполните наименование, единицу измерения и количество.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848AE-65BE-4DEA-9257-156AEE7E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FC3C5-B4C5-49EA-89D5-9DF91EB8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FCE15-3482-4EFD-BFC1-CCEDB04D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D2DDD-FBAF-4FF8-AD25-B1DF2B9E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496675-3778-4C12-BA83-D0370CC3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проверьте запись в списке и истории помещения.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FA595-CFCC-4420-B315-47802CD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CF07C7-E30B-44B4-9D92-EFA707B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92530C-4FA8-4624-8DC7-ABFA45E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4614399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D29209-7527-43CA-AC6B-DFB6EC91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0AD7C-2CAD-4657-BB15-756083A8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60cd73c424284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79A12-A88F-4795-A327-9D56746C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49ACE-ABAB-4299-9BED-549185DD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История расхода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02B71-D2A7-412A-AC8D-37BA0D5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История помогает проверить, что списали, по какому помещению и к какой работе привязали расход.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708C2-8F91-44DC-B984-583A36A1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CB62C-A3E9-41E3-9CE3-AB39BE90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F000F-0CED-4D3D-9931-CB340DE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5CD98-FBE6-459D-B3CB-2712D4C3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03A74-152E-4ACC-9C18-ABBC5DA1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Расход материалов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1D7A2-CC03-4BDD-9582-1EB53ECB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Расход материалов.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3405C-297F-4848-9265-55FAEAB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3A2F-817C-4C41-81BB-DB95BC39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D3338-CEEB-4CE1-BDF6-432AA5C4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AF25A-C092-4135-B30B-BCEE8BD5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запись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8CF78-466C-446A-ADBA-A7AED611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Используйте поиск или фильтры по квартире, материалу или работе.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C46CD-052F-4B25-948B-C90EA269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45F78-F25C-43F5-BA1E-B8BBFFE7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8E2F4-CCEF-46EF-AADB-FCD9F197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11FB0-850D-49AF-B903-D290A449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детали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DDF44-C6B0-4498-9981-CCAB740D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на нужную запись расхода или связанную карточку помещения.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1065F-EA09-431D-96D5-C5BA192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A7637-5DCD-40CD-9C84-CF90C2B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C79FF-D6D6-435F-BB01-A069A26C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1AD4A-75C4-4849-BAF9-1AFF72F6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историю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70D57-F6EE-47C7-86C8-0ED02DB1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Смотрите дату, автора, материал, количество и привязанный пункт работ.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04C953-2CEA-4FD8-A332-E7772B94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8D82E0-053D-49FF-A9F9-110CE2E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9FBAA6-CCA1-439A-ABFD-84CB962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98101-5998-4902-A00C-A4C059F8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Сверьте с помещением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2953B-55C7-49E8-AAF6-40EC9CD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 необходимости откройте карточку квартиры и проверьте историю изменений.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646A9-EAAB-48E4-A4DF-38FA856D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EA6E45-B880-4584-A27C-C9244387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767CAB-808C-47D2-A38E-884911E0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расход найден без понятной привязки к работе, запись нужно проверить перед отчетом.</a:t>
            </a:r>
          </a:p>
        </p:txBody>
      </p:sp>
    </p:spTree>
    <p:extLst>
      <p:ext uri="{BB962C8B-B14F-4D97-AF65-F5344CB8AC3E}">
        <p14:creationId xmlns:p14="http://schemas.microsoft.com/office/powerpoint/2010/main" val="18541958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9A4228-3C0E-452A-B244-3EC7F7CA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4BF2D-C327-4C84-A7C2-2F6D1D2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aa22b71bb469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DBF08-F025-484A-B777-A09F4E6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6AFAF-FD7A-4C2C-BA63-995F67E0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1CB8C-791A-47F1-B6E3-01A6A7ED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838AC-BE30-458E-9308-F2D5C12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400C9-01A8-40F2-8C8E-07CF893A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F4642-B4F1-4051-B0E0-0A08D49B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54E54-18F8-41BC-ABD2-3794FF72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271C6-C794-4AD3-B6CD-0CE46FD6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F504E-466C-4FBB-9DFB-C40C6597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E17B6-6EF1-440D-9E39-FC417EDB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D6A70-C9A6-4A02-BB48-12F8EB38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BC26C-8F89-4E56-AB2D-6AB305AF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397F6-0617-42B4-B140-127E7B1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Создайте задачу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BB17F-7267-4126-84F1-ECFF64E1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Добавить задачу, выберите помещение и заполните текст.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17714-BA82-46F1-B0FB-9418344D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95901-9D7A-4EDA-A70D-10DB642A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E5B2F-AAD6-4C42-BF2E-423D8ED4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96E3B-FD0D-4A35-8697-F5599A5C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Работайте со списком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79760-D272-4F9C-9777-4FCED59F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 задачи, выполненные уходят в конец.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EDB17-1C6C-4C7B-BC1A-6F88B52B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D6C03-6B7A-4A70-A8DA-DCA0D7C3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8CBB0-B100-4CDE-9C0C-AC56A19A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6D484-9014-4340-A8ED-A39014CE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A475C0-7B27-45CC-81EC-9BED723F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 или заказанную.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991C7-F349-4C19-841D-B1998F7B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51BBF-1AAF-431B-A1B1-DF3D39CF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4E1A8-119E-4653-A362-3872C258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31C46E-7907-4D33-A040-D6FB0295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карточку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7ECEEE-B78F-4ED9-975F-4481725F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текст, история или действие.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F6A33-3DEF-4531-AC25-FD3B0B4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EF8BBE-601D-4065-AF87-1C0D148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B588A2-F09D-4831-84CA-F7FD3135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проверьте фильтр, статус и текущую страницу.</a:t>
            </a:r>
          </a:p>
        </p:txBody>
      </p:sp>
    </p:spTree>
    <p:extLst>
      <p:ext uri="{BB962C8B-B14F-4D97-AF65-F5344CB8AC3E}">
        <p14:creationId xmlns:p14="http://schemas.microsoft.com/office/powerpoint/2010/main" val="13366972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8ED908-581A-45FC-B2A0-872A4135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00234-AA22-4908-9582-7BC4C66E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1e7f4e3df4bf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FF257-8BE1-4814-B9BF-19F057F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15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89E40-D69C-4D7B-800F-592E1EA8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Почта и телефон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60B82-C983-4D46-BF68-2BE720C7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Почта и номер телефона нужны для профиля и документов, которые CRM формирует по пользователю.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07361-294D-4CF5-9112-1A84477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087E0-C8AF-4815-9DF9-40C44C9F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664FF-C3B8-4DDE-9FF4-2FEFD9FC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10FEF-6CA1-4CD0-A4BF-5390BE67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E969C-B889-48E5-B837-AF4B7EAC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2AC75-31DA-42A4-A0F2-11E449C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90C98-2537-4D58-AFF5-8B12DDA2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0B872-B6C1-4F0A-A62F-3122AA6F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AA187-67B2-44A7-A6B5-44F5A8C5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7E258-5E47-44AD-975E-115C32E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блок Профиль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C0769-9E7B-4C6B-B6B3-108447A9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левой карточке откройте строки Email и Телефон.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FE958-ED93-4466-BD04-AF3467CF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5DC1F-8882-4FAF-84BF-1294CF3F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8ED4B-502F-4259-A57D-FBDED7CC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77EC8-7D9B-4715-A979-2D8D1BCB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email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0E959-A6EC-4B7A-8C27-E72A3C25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Email укажите рабочую почту без лишних пробелов.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EC95D-5337-45B3-93FA-49C359C9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99AD2-A356-4FC4-9B81-76D0CE3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0049C-4296-4A14-BE27-A4D49866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4C954E-F291-49FF-942F-5B6C1999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телефон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FB6D7-8B72-4547-8371-DDAA368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Телефон укажите номер в рабочем формате.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D8CFC-8163-44B6-A136-52D17D6B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DB962-3ED8-479F-8CD3-303472F1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5CB82C-E89D-497F-A9F6-90313785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456A9-48C1-46E7-92C9-D1146C87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данные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BE0F0-B45B-499C-9DF1-3A6BAED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Сохранить в профиле и проверьте уведомление об успешном сохранении.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C3E2E0-EC70-414C-9816-8B1AA1FA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DB74EE-5E49-423E-95DB-85EDB71F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D98CBC-4F8A-4239-A241-CF518B5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Эти контакты используются в документах, поэтому перед генерацией претензии проверьте email и телефон.</a:t>
            </a:r>
          </a:p>
        </p:txBody>
      </p:sp>
    </p:spTree>
    <p:extLst>
      <p:ext uri="{BB962C8B-B14F-4D97-AF65-F5344CB8AC3E}">
        <p14:creationId xmlns:p14="http://schemas.microsoft.com/office/powerpoint/2010/main" val="13939998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1E9683-EEED-4804-90B4-9A4ED16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5F418-B8D3-4FC9-B583-ABB9888D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f87242e5a4326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33F95-3F85-4269-A529-41A6A870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16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41215-FA39-420F-854B-9B59F884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Подключение 2FA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ADF43-2D24-4F63-8D11-D1CF90B2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Двухэтапная аутентификация защищает вход в CRM кодом из приложения.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0F13D-57A8-461B-A8E2-3F6E7244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44EDC-C521-4898-97E0-DDAF4B91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68F41-1E76-4579-9645-AFFA429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4B22F-6765-4CA6-A3E8-FDD21AC9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BB6E7-45AA-4D7C-8975-D6BD283A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0A69F-2696-424E-B184-CB38C5CE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BE2E6-5609-4A72-9E20-28D6188A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822D0-E153-432E-8955-BADB8681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6D738-6A1A-462D-9922-6422894E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A751E-D91C-4254-A602-10EE8B53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Подключить 2FA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6193D-274C-4D3A-B2C7-2271EE1F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правом блоке Двухэтапная аутентификация.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E67BA-49E0-4B8D-82AE-035FB292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1D165-7A10-4F2E-ABCF-C08BB891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D8747-1103-4B88-BD08-B5B63E1D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BF47D-6BDD-4985-961F-72B0FE40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Добавьте ключ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CF720-0634-4A2E-9A75-A45C2B2E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Отсканируйте QR-код в Google Authenticator, Microsoft Authenticator или 1Password.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A8BA3-D5D5-4E18-956F-CBC1AFB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65DCB-6CDF-4385-A574-A9FC830F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5109C-2DC7-4541-B84E-4CC5ABC2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9E55F-900B-4204-AA57-D833C468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код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CE829-A93D-48FC-A234-B502660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шесть цифр из приложения в поле Код из приложения.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B5C7F2-3253-435A-BCBC-17847AA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7EC78-6D8D-49FE-8B63-D079919E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E2048-EBB7-4E6B-9BAE-15F569FF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DEF8F-B617-431B-8FA5-E86339A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Подтвердите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1080D-E10A-415F-A6DD-FE8E5009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Подключить. После подключения при входе CRM запросит код.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E12BC5-9653-414B-AED1-2837638C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82EE1-C1C0-42C6-A4A7-21B5508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Если QR не читается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6A52A1-31B2-45C5-8AE7-94BCEA12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Скопируйте ключ для ручного ввода и добавьте его в приложение-аутентификатор.</a:t>
            </a:r>
          </a:p>
        </p:txBody>
      </p:sp>
    </p:spTree>
    <p:extLst>
      <p:ext uri="{BB962C8B-B14F-4D97-AF65-F5344CB8AC3E}">
        <p14:creationId xmlns:p14="http://schemas.microsoft.com/office/powerpoint/2010/main" val="1970884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CE4004-0ABF-4694-9E19-449336F1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4ECD7-1B60-49F1-9FAD-C423AD6F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2963686d54baa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74F0E-B90B-4E9D-8C22-17BCB1DE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17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463F1-BE73-4E3E-99F8-DE68EB1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E31D4-9B6F-4667-A31E-10022F0C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095BF-7D96-47BE-9B5C-5FADD7E9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CC6C3-C3AE-4F1B-AD88-DBF938B3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358C2-9E3B-448C-AD59-ADBAD2A3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DEBD3-CCE6-401D-8C1D-DC42025F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1BDF2-9B70-4125-B999-B1DAE73B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8DFA0-7C10-478D-8E82-9055346D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4104F-F668-468B-A961-63E585E7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CFB83-72F4-4856-8E69-CEE4373B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E9E05-48D8-416A-B71B-85BA7FF5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7C69D-79F7-45DA-B768-0991C03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49994-BBDA-42B0-9824-AFA86B77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7E55B-F4D9-487B-B123-5E93AEBC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C0A73-86D1-4E0E-A457-026CC55E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3DAA9-59D3-4AA1-A7A1-F46FDC82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23786-CCF0-4FB6-90B4-53625F64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B830F-1CF7-4321-BC01-0C27B60C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4A61D-8DD0-4424-8C76-A5E71BF1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BAA99-7ABA-4BA0-8D82-E376D0AE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C7F82-D1C4-4CD2-89B9-8807CFBF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23E2EA-7EA2-495D-B7FC-145DF21C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2A575F-DE08-4287-8E47-4A41C4BA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41DF2-C5C4-4AA2-900E-69A78E11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7653B-3B9B-4AE0-9E6B-BDFBDFB5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A3552-73F6-4883-8508-53D8BB6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B1D24-7435-4CDD-B297-143CCB7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EC131-D1DC-41EC-9F4E-FE100336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598B62-80EC-4BBA-8BDD-79E880E3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48BD2-DE4F-4A80-BAC9-49CE50C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80C2E-E071-439E-8FDB-BFF95D6C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172228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A03DFC-D4E0-4D51-B8AB-8097E840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91796-59DC-4463-B18F-2FB248A9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923fd15224ceb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B9E4E-3731-4C24-9BBB-BD575104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18 · EXCEL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EB428-D1EF-48D5-976C-DF0661A4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выгрузка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376E6-E84E-491A-9243-158EE6B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4EE71-59BC-459C-B98A-FFB9AFDD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12A1E-162A-49D8-A311-8559F949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A4F04-DD0E-4B0C-8812-FBC5608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FBF7A-D620-408A-A97C-86A28CAF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F5C55-3063-4FD3-88A6-1E53B424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664D1-6D13-4EFC-AFBF-FA15FEF0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54A62-52A9-4882-A52D-F3B996F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0EF86-C08A-4773-8E95-75243E89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0B5D3-3C61-467C-A4AD-093FE50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756C6-9B44-4928-8630-B51A9772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44131-6DDE-4382-ADC6-000D562E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679B5-8617-499E-910B-23B718A3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778C6-0F68-4089-8E5C-5A618287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585F0-0128-44C9-8CFC-2EC44CE7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3BB05-7F31-42F6-9EA9-6B40D9E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Сверьте с отчетом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48989-A403-4E06-86F9-63DF9066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54626-1B7B-4B2E-AEF4-FC925DDF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185C3-2BDD-45CD-B163-FB3F0413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3F030-78A0-42C2-843F-5C43613F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11F6C-5919-48A3-98BC-7B05C7C5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0844C-531E-4A45-9D8B-BBF20BA0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FA045-4873-4857-955D-F4DEC3F4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8630D4-92A8-4883-943D-61E6C67B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33DC4-B9FC-4C93-9D17-FA52193A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2D4E98-1CD0-4665-BCE3-60CFC816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006B82-BE64-41C3-94D8-A9A5BB04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06A05F-42C5-42E2-81FD-E8877066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B454E4-8E50-4B81-ADC4-938DD01F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D3E734-3859-432E-818D-899FC20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885349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2026-09-21T13:25:52.8970000Z</dcterms:created>
  <dcterms:modified xsi:type="dcterms:W3CDTF">2026-09-21T13:25:52.8970000Z</dcterms:modified>
</coreProperties>
</file>