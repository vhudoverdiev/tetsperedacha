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3b5be292404a20" /><Relationship Type="http://schemas.openxmlformats.org/officeDocument/2006/relationships/extended-properties" Target="/docProps/app.xml" Id="Rf8af177a23a943b9" /><Relationship Type="http://schemas.openxmlformats.org/officeDocument/2006/relationships/officeDocument" Target="/ppt/presentation.xml" Id="Rb9aadb02930b42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84229ec93747b1"/>
  </p:sldMasterIdLst>
  <p:notesMasterIdLst>
    <p:notesMasterId xmlns:r="http://schemas.openxmlformats.org/officeDocument/2006/relationships" r:id="R1e5ea8463ba44c62"/>
  </p:notesMasterIdLst>
  <p:sldIdLst>
    <p:sldId xmlns:r="http://schemas.openxmlformats.org/officeDocument/2006/relationships" id="256" r:id="R839b94fb18e84e4a"/>
    <p:sldId xmlns:r="http://schemas.openxmlformats.org/officeDocument/2006/relationships" id="257" r:id="Rba48b6dc95144903"/>
    <p:sldId xmlns:r="http://schemas.openxmlformats.org/officeDocument/2006/relationships" id="258" r:id="R4e58882b54a449d2"/>
    <p:sldId xmlns:r="http://schemas.openxmlformats.org/officeDocument/2006/relationships" id="259" r:id="Rb63958aa0f5f4c06"/>
    <p:sldId xmlns:r="http://schemas.openxmlformats.org/officeDocument/2006/relationships" id="260" r:id="Rb7b4f4dcf4ca4371"/>
    <p:sldId xmlns:r="http://schemas.openxmlformats.org/officeDocument/2006/relationships" id="261" r:id="R965d9f8007e74f1d"/>
    <p:sldId xmlns:r="http://schemas.openxmlformats.org/officeDocument/2006/relationships" id="262" r:id="R55dc38c4759c45f0"/>
    <p:sldId xmlns:r="http://schemas.openxmlformats.org/officeDocument/2006/relationships" id="263" r:id="R525a248f33ba46a0"/>
    <p:sldId xmlns:r="http://schemas.openxmlformats.org/officeDocument/2006/relationships" id="264" r:id="R6af525c1826a4b03"/>
    <p:sldId xmlns:r="http://schemas.openxmlformats.org/officeDocument/2006/relationships" id="265" r:id="Rf4859e0abbc049e2"/>
    <p:sldId xmlns:r="http://schemas.openxmlformats.org/officeDocument/2006/relationships" id="266" r:id="Rc73fd15d15e04e2a"/>
    <p:sldId xmlns:r="http://schemas.openxmlformats.org/officeDocument/2006/relationships" id="267" r:id="R2aecdd0f07ad42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5baa10cf884330" /><Relationship Type="http://schemas.openxmlformats.org/officeDocument/2006/relationships/slideMaster" Target="/ppt/slideMasters/slideMaster1.xml" Id="R4484229ec93747b1" /><Relationship Type="http://schemas.openxmlformats.org/officeDocument/2006/relationships/notesMaster" Target="/ppt/notesMasters/notesMaster1.xml" Id="R1e5ea8463ba44c62" /><Relationship Type="http://schemas.openxmlformats.org/officeDocument/2006/relationships/presProps" Target="/ppt/presProps.xml" Id="R8299a56326784fa1" /><Relationship Type="http://schemas.openxmlformats.org/officeDocument/2006/relationships/tableStyles" Target="/ppt/tableStyles.xml" Id="R9ccea76512d54881" /><Relationship Type="http://schemas.openxmlformats.org/officeDocument/2006/relationships/slide" Target="/ppt/slides/slide1.xml" Id="R839b94fb18e84e4a" /><Relationship Type="http://schemas.openxmlformats.org/officeDocument/2006/relationships/slide" Target="/ppt/slides/slide2.xml" Id="Rba48b6dc95144903" /><Relationship Type="http://schemas.openxmlformats.org/officeDocument/2006/relationships/slide" Target="/ppt/slides/slide3.xml" Id="R4e58882b54a449d2" /><Relationship Type="http://schemas.openxmlformats.org/officeDocument/2006/relationships/slide" Target="/ppt/slides/slide4.xml" Id="Rb63958aa0f5f4c06" /><Relationship Type="http://schemas.openxmlformats.org/officeDocument/2006/relationships/slide" Target="/ppt/slides/slide5.xml" Id="Rb7b4f4dcf4ca4371" /><Relationship Type="http://schemas.openxmlformats.org/officeDocument/2006/relationships/slide" Target="/ppt/slides/slide6.xml" Id="R965d9f8007e74f1d" /><Relationship Type="http://schemas.openxmlformats.org/officeDocument/2006/relationships/slide" Target="/ppt/slides/slide7.xml" Id="R55dc38c4759c45f0" /><Relationship Type="http://schemas.openxmlformats.org/officeDocument/2006/relationships/slide" Target="/ppt/slides/slide8.xml" Id="R525a248f33ba46a0" /><Relationship Type="http://schemas.openxmlformats.org/officeDocument/2006/relationships/slide" Target="/ppt/slides/slide9.xml" Id="R6af525c1826a4b03" /><Relationship Type="http://schemas.openxmlformats.org/officeDocument/2006/relationships/slide" Target="/ppt/slides/slide10.xml" Id="Rf4859e0abbc049e2" /><Relationship Type="http://schemas.openxmlformats.org/officeDocument/2006/relationships/slide" Target="/ppt/slides/slide11.xml" Id="Rc73fd15d15e04e2a" /><Relationship Type="http://schemas.openxmlformats.org/officeDocument/2006/relationships/slide" Target="/ppt/slides/slide12.xml" Id="R2aecdd0f07ad42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0c92239c9443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78e592f0db4d43" /><Relationship Type="http://schemas.openxmlformats.org/officeDocument/2006/relationships/notesMaster" Target="/ppt/notesMasters/notesMaster1.xml" Id="Rf8fdc70f761e4c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3befeeb0744a3a" /><Relationship Type="http://schemas.openxmlformats.org/officeDocument/2006/relationships/notesMaster" Target="/ppt/notesMasters/notesMaster1.xml" Id="Rc89c87dc3aaa48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5d718445e74cab" /><Relationship Type="http://schemas.openxmlformats.org/officeDocument/2006/relationships/notesMaster" Target="/ppt/notesMasters/notesMaster1.xml" Id="Rf24a8743623941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95b1041f884317" /><Relationship Type="http://schemas.openxmlformats.org/officeDocument/2006/relationships/notesMaster" Target="/ppt/notesMasters/notesMaster1.xml" Id="Rc3a7c85ec93045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5702215b214ea0" /><Relationship Type="http://schemas.openxmlformats.org/officeDocument/2006/relationships/notesMaster" Target="/ppt/notesMasters/notesMaster1.xml" Id="R55f4286b46ad48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cd56a9f4d74d92" /><Relationship Type="http://schemas.openxmlformats.org/officeDocument/2006/relationships/notesMaster" Target="/ppt/notesMasters/notesMaster1.xml" Id="R358f3090c0bf43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73a92e0f4e4bd2" /><Relationship Type="http://schemas.openxmlformats.org/officeDocument/2006/relationships/notesMaster" Target="/ppt/notesMasters/notesMaster1.xml" Id="R8284a21e0be944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77436447744bba" /><Relationship Type="http://schemas.openxmlformats.org/officeDocument/2006/relationships/notesMaster" Target="/ppt/notesMasters/notesMaster1.xml" Id="R50b6f45b0a0044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84ff98ae724e12" /><Relationship Type="http://schemas.openxmlformats.org/officeDocument/2006/relationships/notesMaster" Target="/ppt/notesMasters/notesMaster1.xml" Id="Rd40d85252bb54f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1e9f0dae60441d" /><Relationship Type="http://schemas.openxmlformats.org/officeDocument/2006/relationships/notesMaster" Target="/ppt/notesMasters/notesMaster1.xml" Id="Ra2ff543b07bc4c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b99fa16ca444bc" /><Relationship Type="http://schemas.openxmlformats.org/officeDocument/2006/relationships/notesMaster" Target="/ppt/notesMasters/notesMaster1.xml" Id="Re16878dbd8e44f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c8378b3f1e4880" /><Relationship Type="http://schemas.openxmlformats.org/officeDocument/2006/relationships/notesMaster" Target="/ppt/notesMasters/notesMaster1.xml" Id="R1bd6733ef87142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 инструкции. Использован только логотип из app/static/brand-logo.png.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Страница 2 содержит все функции, которые далее показываются в инструкции.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автоматически.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Кнопка ПО при повторном осмотре.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вручную.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Генерация АВР.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Претензии подрядчикам.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Выдача задач сотрудникам.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Расход материалов.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Замеры.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Смена пароля.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Excel и контроль данных.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f219d140a4e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ef453084634c45" /><Relationship Type="http://schemas.openxmlformats.org/officeDocument/2006/relationships/slideLayout" Target="/ppt/slideLayouts/slideLayout1.xml" Id="Rbaf39e84b9f84e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f39e84b9f84e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f7555e41c4891" /><Relationship Type="http://schemas.openxmlformats.org/officeDocument/2006/relationships/image" Target="/ppt/media/image.png" Id="R18a0739cca8c4019" /><Relationship Type="http://schemas.openxmlformats.org/officeDocument/2006/relationships/image" Target="/ppt/media/image2.png" Id="Rd8cb20fd321941fe" /><Relationship Type="http://schemas.openxmlformats.org/officeDocument/2006/relationships/notesSlide" Target="/ppt/notesSlides/notesSlide1.xml" Id="R28cce49d706145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0c8fff19c4b51" /><Relationship Type="http://schemas.openxmlformats.org/officeDocument/2006/relationships/image" Target="/ppt/media/image3.png" Id="R7be9c1a3876241c8" /><Relationship Type="http://schemas.openxmlformats.org/officeDocument/2006/relationships/notesSlide" Target="/ppt/notesSlides/notesSlide2.xml" Id="R3da1e95b5c184b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c2035440b435a" /><Relationship Type="http://schemas.openxmlformats.org/officeDocument/2006/relationships/image" Target="/ppt/media/image4.png" Id="R21e4413b38634157" /><Relationship Type="http://schemas.openxmlformats.org/officeDocument/2006/relationships/notesSlide" Target="/ppt/notesSlides/notesSlide3.xml" Id="Rd1987a98fd184c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7e83990db4b52" /><Relationship Type="http://schemas.openxmlformats.org/officeDocument/2006/relationships/image" Target="/ppt/media/image5.png" Id="R85778de632794085" /><Relationship Type="http://schemas.openxmlformats.org/officeDocument/2006/relationships/notesSlide" Target="/ppt/notesSlides/notesSlide4.xml" Id="Re259174032b84e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9ed2a433f4e7f" /><Relationship Type="http://schemas.openxmlformats.org/officeDocument/2006/relationships/image" Target="/ppt/media/image6.png" Id="Rb594edd34581401d" /><Relationship Type="http://schemas.openxmlformats.org/officeDocument/2006/relationships/notesSlide" Target="/ppt/notesSlides/notesSlide5.xml" Id="R801959315bd84b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b461f017544fa" /><Relationship Type="http://schemas.openxmlformats.org/officeDocument/2006/relationships/image" Target="/ppt/media/image7.png" Id="R91b765a9fb244f2c" /><Relationship Type="http://schemas.openxmlformats.org/officeDocument/2006/relationships/notesSlide" Target="/ppt/notesSlides/notesSlide6.xml" Id="R722bf38dc14a4a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19a8d08654410" /><Relationship Type="http://schemas.openxmlformats.org/officeDocument/2006/relationships/image" Target="/ppt/media/image8.png" Id="R3346a9ea70924bff" /><Relationship Type="http://schemas.openxmlformats.org/officeDocument/2006/relationships/notesSlide" Target="/ppt/notesSlides/notesSlide7.xml" Id="R088741b4300241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7ecff2b874b95" /><Relationship Type="http://schemas.openxmlformats.org/officeDocument/2006/relationships/image" Target="/ppt/media/image9.png" Id="R20bcafd72d764784" /><Relationship Type="http://schemas.openxmlformats.org/officeDocument/2006/relationships/notesSlide" Target="/ppt/notesSlides/notesSlide8.xml" Id="R6a51cd3019234f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4901f73564a3b" /><Relationship Type="http://schemas.openxmlformats.org/officeDocument/2006/relationships/image" Target="/ppt/media/image10.png" Id="Rb3c9c29780244096" /><Relationship Type="http://schemas.openxmlformats.org/officeDocument/2006/relationships/notesSlide" Target="/ppt/notesSlides/notesSlide9.xml" Id="Rd2af3cf0ab1d43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14f74c60a439e" /><Relationship Type="http://schemas.openxmlformats.org/officeDocument/2006/relationships/image" Target="/ppt/media/image11.png" Id="R6a303aaf863e4da1" /><Relationship Type="http://schemas.openxmlformats.org/officeDocument/2006/relationships/notesSlide" Target="/ppt/notesSlides/notesSlide10.xml" Id="R859ec1fa243741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c27f9d97c422d" /><Relationship Type="http://schemas.openxmlformats.org/officeDocument/2006/relationships/image" Target="/ppt/media/image12.png" Id="R03728783a0e6462c" /><Relationship Type="http://schemas.openxmlformats.org/officeDocument/2006/relationships/notesSlide" Target="/ppt/notesSlides/notesSlide11.xml" Id="R75c7913a041b4c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3f71f9b704295" /><Relationship Type="http://schemas.openxmlformats.org/officeDocument/2006/relationships/image" Target="/ppt/media/image13.png" Id="Rd92d7bd30cd348e3" /><Relationship Type="http://schemas.openxmlformats.org/officeDocument/2006/relationships/notesSlide" Target="/ppt/notesSlides/notesSlide12.xml" Id="Re3e85084535849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0739cca8c4019"/>
          <a:stretch xmlns:a="http://schemas.openxmlformats.org/drawingml/2006/main"/>
        </p:blipFill>
        <p:spPr>
          <a:xfrm xmlns:a="http://schemas.openxmlformats.org/drawingml/2006/main">
            <a:off x="533400" y="5143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18513-F4BE-4610-8058-6CF25B16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0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CRM Передача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EF0D0-27CE-439B-A8CF-84699CC0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Инструкция</a:t>
            </a:r>
          </a:p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 работе в CRM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62444-7AFB-4AFD-8677-52A6C1C3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Пошаговая памятка: куда зайти, что нажать и как проверить результат.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879E9-F73F-4942-B197-CE1CD456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7622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ED321"/>
          </a:solidFill>
          <a:ln xmlns:a="http://schemas.openxmlformats.org/drawingml/2006/main" w="11430">
            <a:solidFill>
              <a:srgbClr val="7ED32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39A65-DB7C-4145-9056-4B30F547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сотрудников передачи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1FC0C-02B4-4E0E-9EE4-BEEB36D9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b20fd321941fe"/>
          <a:stretch xmlns:a="http://schemas.openxmlformats.org/drawingml/2006/main"/>
        </p:blipFill>
        <p:spPr>
          <a:xfrm xmlns:a="http://schemas.openxmlformats.org/drawingml/2006/main">
            <a:off x="8810625" y="22669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2C91A-A435-4C3A-A031-46C66360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86300"/>
            <a:ext cx="22669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A7928-AE00-4CE3-B524-B928AD7E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291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Замечания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17A1F-2886-4A43-891B-5B0AF271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714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F6B37-CFEF-4028-929A-1F6AD325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291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E5074-FA75-4F94-A61B-36F3504D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67350"/>
            <a:ext cx="2476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925F1-6E39-4705-B27D-22A743F8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102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Задачи и материалы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1E5D1-F2D4-4D2A-A18A-11F97838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4681E-21FA-4F41-9DB7-4D73A99B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53656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D93A1A-0C98-4261-A19F-21C803C3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B13DD-F49E-465E-9F4A-F73F073D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9c1a3876241c8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ED144-1E7C-499D-AB07-5AA9CA27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02 · ОБЗОР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E931C-4246-46F3-9BF4-F2C84CE3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Карта функций в CRM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BD344-5B90-4421-985E-7DE23513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Все функции ниже раскрыты отдельными пошаговыми слайдами.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4B81F-CAFD-4176-9B0F-2D467913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1D9EB-F5B2-4DB3-A688-9863606E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50846-B88E-4084-B525-3F9E2632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5B823-E638-48F3-8AE1-1E4DE504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C62FA-D979-4D47-9315-B48694F6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98B28-8AAA-4EC5-ADDD-15A24A8E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05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Автоматическое распознавание актов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8AEC7-720F-48C9-9454-E896CC58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03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с акта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2C607-375F-4A7B-8DE1-36C7712D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004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Загрузка PDF и проверка строк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745B5-AB4C-418B-A9A5-17DBAFA9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390BF-9E0A-4B45-ADE2-2D93F0E2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A681C-D7AB-4088-A58B-035E90D6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765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03D52-8CC0-453D-9FC8-054C1C28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05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Ручное добавление замечаний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695B2-A7AB-4229-BEC0-A3CB2BB1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03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вручную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48D68-07F2-47F3-AE13-732CA3FF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004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Ввод квартиры, даты и пунктов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79E58-0DF5-494F-B714-68E506CA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220F5-1D40-4217-85EB-305C3716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E96B9-C8D1-4B25-B9ED-141C802D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ADECD1-39DD-4017-8816-C07B576E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147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6AC188-8956-4CAB-AB5D-B4495022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100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 форме добавления акта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617178-6B3B-4D13-AFC5-36FCE7D1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10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Повторный осмотр без дублей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337A16-6F5D-478B-B73E-8A09C9C1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05592E-8AF7-47E7-B7B0-0397A24D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E3F36F-8DDC-40F5-8C8B-B5C7D187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A01104-E27C-4858-BBF4-8606001B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275247-5F83-431E-ADAB-BD3D94A2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100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АВР → выбрать помещение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1B66A2-7D19-44B5-BD45-C81791EE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10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данным CRM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E24168-48E8-498E-B77F-0E8445E0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B18E0E-149B-4ED1-861D-E1791F29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658D52-C6E5-45BA-B129-227023BE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6C8293-6844-4230-B71B-C7CDF2E9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244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45B457-40C6-4EB6-8D8A-41C97238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196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Подрядчики → раздел работ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CD89C4-C698-41AA-8D21-777C788E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исполнителю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C83EE1-C033-473A-B1AA-85D8BEEA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7C3D8F-7A8C-457B-B25D-89C238A4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07FED3-1346-4395-A417-B6C540E4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958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C5237F-C291-45E0-B82D-5AAA40A6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244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D08B0B-0906-48EB-B26F-F15A75CF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196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Выдача задач → выбрать замечания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F913DC-4DF4-4456-A17C-19D06592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19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Назначение сотруднику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5C1B0B-49D2-4B4C-B9BC-74058501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2381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55810D-5FE2-4534-AB97-C6D27F4A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 Расход материалов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9FADF2-22C7-4894-A4EE-1C1EEF60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676900"/>
            <a:ext cx="2381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75DA9F-06DE-4CFD-8686-895865FD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 Замеры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6350E6-6B8F-4964-9FDE-4FF9B4FA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76900"/>
            <a:ext cx="2381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1B30F6-F930-4210-AA07-73BAB9E5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 Смена пароля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91C15D-313E-43F6-A98F-CD34E4BC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676900"/>
            <a:ext cx="2381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E103D7-D981-49D7-879B-9295CE20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 Excel и отчеты</a:t>
            </a:r>
          </a:p>
        </p:txBody>
      </p:sp>
    </p:spTree>
    <p:extLst>
      <p:ext uri="{BB962C8B-B14F-4D97-AF65-F5344CB8AC3E}">
        <p14:creationId xmlns:p14="http://schemas.microsoft.com/office/powerpoint/2010/main" val="1368014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58C90A-E2F6-4F8B-86CD-6995F4F5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A2C5D-CCA8-4504-81D2-13D37EAB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4413b38634157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9968E-B1F4-427B-9095-6A9DBC1B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03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C7069-59A7-4E2C-A5F5-8A71534D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автоматически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12141-74F2-46C8-A13A-EA659024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PDF-акт распознается в CRM, но перед сохранением строки нужно проверить.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6E067-1FC4-4954-9391-8D568F1D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A5CE1-65B5-4809-B435-5F28181C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C35AD-7AF7-4A3D-B6FB-F1DF4A7B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868CB-C414-4367-96A0-3AA8EC23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438FB-EB02-4E44-A126-52AA560B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05FCE-ABB0-4B30-96BF-C1F2904A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DCB0C-2076-459E-A31C-50386751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Замечания, затем Добавить с акта.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AD34D-291F-4E55-BFD1-F000D772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47B23-9B7E-418F-A71D-CB710673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38198-0E68-4756-9580-E6B078F3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9345D-9451-402C-B385-5A60B430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Загрузите 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766F8-1D82-481E-B405-77B048F3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Выберите PDF и приложите акт осмотра.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EE3CA-EF77-4267-8AF8-A605CFB2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EEE91-EB54-46B9-BEA7-8C850CF7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0B101-5B90-469A-AD77-88A0D7B7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D5DDC-D7E9-47FB-8907-6195D153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распознавание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1EF8BD-4AF1-4BA0-82CC-5D61E49F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покажет квартиру, дату, пункт и текст каждой строки.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953F9-2DEA-401A-90DD-93E0280A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AE495E-406B-42F5-9B1A-C2919A6B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C1016-1707-4067-84BB-CDCD63A4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90C60F-9549-4CD0-9845-A1F8447A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Снимите лишние галочки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C0D718-03F4-4408-AA7F-CFA13FD8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строку не нужно заносить, уберите галочку Оставить.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714C91-A479-498B-94E6-039FB719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B676AF-4085-469E-8CEA-99C959CB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1834D9-B1A5-41C5-91C2-842561F9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E9C7EA-0C18-42E7-A400-430C18D2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F89ADE-5057-4830-ADFC-9A27A61F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подтверждение проверки и нажмите Сохранить.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D934A5-61A2-48CC-A9C5-1CBEA73D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704978-0BDE-42E5-AA84-1428EC52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FE20A5-F22F-4700-9741-E6516F78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Строка без галочки не сохраняется, даже если в ней остался текст.</a:t>
            </a:r>
          </a:p>
        </p:txBody>
      </p:sp>
    </p:spTree>
    <p:extLst>
      <p:ext uri="{BB962C8B-B14F-4D97-AF65-F5344CB8AC3E}">
        <p14:creationId xmlns:p14="http://schemas.microsoft.com/office/powerpoint/2010/main" val="334601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36B384-CAD1-40CB-8BAE-D896D7E5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FF85E-C651-4C41-9655-82E7FA08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78de632794085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7E753-F932-4D88-84BA-CB2E0158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04 · ПОВТОРНЫЙ ОСМОТР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2E71F-17AC-4AB7-91A6-0286ED40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 при повторном осмотре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6D051-C442-4932-B211-711C0F86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 используется, когда загружается акт повторного осмотра по квартире с уже существующими замечаниями.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EA453-6174-4E45-8C03-E341F025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84C53-724E-4B3B-A8EF-CA31A558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3493C-200D-4992-86AB-0E506170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9B29B-040D-4C1C-B8A1-113365D5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9CB44-1962-422E-BCD0-207108C0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3354B-A227-464B-908E-C6212364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Включите ПО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7E72F-070C-4593-ABBE-CFC5EFD2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форме акта нажмите кнопку ПО перед сохранением.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79BF4-D2C7-46F1-B8EF-AB9C0B86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165B1-6EE1-4A58-A4AC-A3C5DFB5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6A40C-574B-4F08-B4D8-72A78F11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702D3-564A-43D6-957F-6766EAA5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новые строки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84EB5-2FE3-4263-A5BD-3BA88F08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Оставьте галочки только у новых замечаний из повторного акта.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4E695-E62C-44E9-8367-D033128F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54C190-5456-41DF-BFC7-B95AE96A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9C7341-1E29-45BF-BD18-9921B191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B02AC9-7CE0-4C38-8475-70E69936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акт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9D1CD3-C896-4401-BB77-90FA2ABE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переведет старые невыполненные замечания в Выполнено.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EA55B-D5DE-4B0A-B0CC-0303E12E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4FED51-198C-4F0C-AF6B-A5EF2A64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9C79CD-AEA0-4BFE-ADE5-F8E559DE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A14C85-99AD-4197-8AFD-02F0338F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дубли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CFE28F-35D5-46D6-9AAB-02B1336B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Идентичные замечания остаются как есть и не создают вторую строку.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86EF28-D512-46F5-8E71-6CB07430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E2644C-EE1C-4346-BF1F-F4428AF1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03B203-6251-45F8-A91C-7BC5E4BB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4ADD57-1C98-41A2-83C3-48A56050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Если CRM предупреждает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CB57F3-F725-42F5-8F05-894BFDDA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Сообщение про ПО означает, что в квартире уже много замечаний.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2E5E9D-367E-4859-9E1E-82816A58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7DF088-15E5-4E72-A40A-07E7A15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63B52D-2849-438C-885A-C6C78F8E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Старые строки закрываются, новые добавляются со статусом Не выполнено.</a:t>
            </a:r>
          </a:p>
        </p:txBody>
      </p:sp>
    </p:spTree>
    <p:extLst>
      <p:ext uri="{BB962C8B-B14F-4D97-AF65-F5344CB8AC3E}">
        <p14:creationId xmlns:p14="http://schemas.microsoft.com/office/powerpoint/2010/main" val="1492215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3250C6-0D61-4C7C-BCF4-0B959AEB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737A8-57F1-4899-9E5E-EBED0F04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4edd34581401d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43B90-3E40-4202-A7E8-3D9E82CE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05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A6529-1627-49BA-9CEA-15DDB396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вручную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4FEE3-9831-4C4F-B21F-697E09C4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Ручной ввод нужен, если PDF не подходит или замечание нужно добавить без акта.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2FE98-5271-4C3F-8FDF-B3FAC181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D4DFD-2514-44C9-AC60-91F71FCC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B920F-2AFC-441F-8B16-8168B92A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3C9F6-6640-402B-AE74-CB4E7FA3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4B777-BEA3-4E87-AE08-59A01263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865C7-84FF-4DD3-BE94-A94AAB62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3D763-27CC-4DEF-9B79-1B28CA14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Зайдите в Замечания и нажмите Добавить вручную.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F3415-0442-4F52-A09D-173CC140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C7BE6-F2AF-4ED6-AB46-E987E2B9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0A471-FEA9-4CF3-A455-5CF26835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F5EAF-DA8F-40AE-ADD1-A93D56C9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4275F-0F6E-4695-8220-AAD33D79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квартиру или коммерцию, затем дату осмотра.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24A3C-1CBE-483D-8664-035FD547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F9CBE-8EC9-4ADB-92D1-CBE10F0B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FDDB1C-5DF6-4AE8-8BC2-98EE6F73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6B352F-1A75-41DB-BE0B-ED10A74D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пункт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A442A-5671-4EF4-B2DA-1D197B56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каждой строке выберите пункт от 10 и выше.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A1200E-B7CC-4FE2-B829-B0606A49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7F1B99-16E2-4C0A-939B-575CC8D1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D7C67A-1BE5-40E7-A55E-43E50C53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A8A1A3-487A-4668-BAC8-6A190A31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текст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707581-DBDC-4289-A814-1361DDC3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Запишите замечание в поле Замечание. Можно добавить несколько строк.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92744B-97EC-484C-BCA9-2EDEAE0D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2F48CA-44E6-400E-96D0-18A442DE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E475FD-4D0A-4008-B852-35DFCB7B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87C21E-9F1D-4B0E-8285-898FC477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9F12DE-A21E-42C8-9A02-9EEC98AE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галочки, при повторном осмотре включите ПО.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0ECF59-B42B-492C-8E95-C3A37B09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63E621-BAEA-4B72-8EE8-1B2EA8AD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Защита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22EBA6-E8FA-498D-82F1-8D173CE9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квартире уже есть замечания и добавляется несколько пунктов, CRM просит поставить ПО.</a:t>
            </a:r>
          </a:p>
        </p:txBody>
      </p:sp>
    </p:spTree>
    <p:extLst>
      <p:ext uri="{BB962C8B-B14F-4D97-AF65-F5344CB8AC3E}">
        <p14:creationId xmlns:p14="http://schemas.microsoft.com/office/powerpoint/2010/main" val="11652940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BB6C29-DDDC-4723-969F-9DE9E51F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D16C5-43AB-4796-BBFC-990A9347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765a9fb244f2c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4063A-3792-4CBF-AF2B-5773F203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06 · АВР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DBA35-68A6-4E1A-A8A8-BDFCE84F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0C1AF-9466-4BBD-82F1-EA4945FC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АВР формируется по данным квартиры и замечаниям, которые уже есть в CRM.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97D18-1D35-4039-A0ED-8BEF881E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C10EB-FF6C-4B12-80FB-EACB3A1A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A2474-5CD7-4A63-B6B7-DBF4DBE7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499D5-D393-47A6-9179-5F1EA503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410A1-DE19-42C2-830D-1027F3BA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98048-6D62-48A7-B664-D0AFA96E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B8A81-D5C6-48F7-A39E-113CABA5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АВР.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F80AE-1CE2-422C-906A-9916D698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08CDC-736E-4454-B56F-F5C6AE49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6E07A-741C-4A9B-BCCE-F26FDD59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70EE1-CD1F-4BB6-86B0-752E0C1C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2D2AA-CF0F-48A9-8667-8B48885F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Найдите квартиру или коммерцию через поиск.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D3280-9EBD-48B9-A4DC-011BF1A8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3B0E4-10AA-42FB-A070-3AD75B11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EBF74E-6ED9-4CFF-B5C6-315D3720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94573-2B17-48F6-8510-078B669F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данные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FCA6B2-0E74-49B7-BD78-D8D8F8ED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собственника, телефон, дату и список замечаний.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DC2EEC-4EE7-4DAC-A300-A389CF30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8E2FA-0765-43A2-A2F4-8467A165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18964F-2BA0-4F28-95F6-54444DE7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F81CDF-BC1C-4584-9370-1C641E33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Сформировать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40323B-6290-4499-ABC5-E5CEB98F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подготовит документ Word.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2A5DD2-0E99-47F9-B71C-5E77860B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9C288A-3FF8-4480-BBEA-B3F7BF0C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91E3C6-5474-4013-BEE2-B2B053C7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EBB7EE-3DB0-465F-B534-1022DB66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Скачайте файл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914DBA-15CE-4861-81A1-F70938B2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Откройте Word и проверьте реквизиты перед отправкой.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D6F708-ECF4-487A-9B47-DDE38B76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00AE5C-B936-4938-B4B2-BD1E5D84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Перед созданием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0D497D-C5BE-4235-B554-ABA9D519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данных собственника нет, заполните карточку помещения.</a:t>
            </a:r>
          </a:p>
        </p:txBody>
      </p:sp>
    </p:spTree>
    <p:extLst>
      <p:ext uri="{BB962C8B-B14F-4D97-AF65-F5344CB8AC3E}">
        <p14:creationId xmlns:p14="http://schemas.microsoft.com/office/powerpoint/2010/main" val="3605037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FF0722-E4E0-4033-8E7B-CE299927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6CC04-F713-4373-BE80-C9F45FEA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6a9ea70924bff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D9562-B3D2-45AF-B586-AA45F93B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· ПОДРЯДЧИКИ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EBD24-5ED1-45B7-A0B2-09E1E905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E7BA6-B6E9-45C9-83D8-98EEF073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Претензия создается по выбранному подрядчику и его невыполненным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AB180-D796-4BBD-8E9A-ED2F61C4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50EE0-1FE5-4F35-A4B6-B5F6497C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B04C5-85EE-49C0-A19C-6B7076A5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36946-7880-454B-9375-9C5A425C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04A88-7227-4FED-B089-24BB71A0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75A7A-643D-4C89-93C7-E89D6124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Подрядчики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BF5EC-C509-4588-90D1-AB3FB773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Перейдите в Подрядчики и выберите нужный раздел работ.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3FDD4-F4B4-47C2-B446-471B54CB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A6AAB-FDD9-4D68-A5CD-4D934E71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02871-3FE5-4F42-A404-93B3EB2D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C3A4B-D6FE-4D05-9019-C17ED407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4275E-1AE1-47F7-81D2-122BA85F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Фильтруйте замечания по пункту и статусу.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6976D-2771-4C6C-B6A6-75712EBD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5FB09-552B-437A-B21B-BD7874AF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12578-1ED8-4F08-97C2-975DE1DE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47D9E0-905F-4AAE-8236-E6F84594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подрядчика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DA4E96-460C-4808-8ACC-C7B66FAE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карточке подрядчика должны быть почта и телефон.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723CA-0FE9-4445-88A1-C782FD85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9900B4-BB17-459F-B4AC-D943EBFA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4784F7-1943-453B-B7D4-AE53E734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D98ACC-4995-46C8-81D7-8FD765F3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претензию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A8B19A-9EEB-49C5-A559-FE226BFA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Сформируйте Word по выбранным замечаниям.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2C6A5F-D1D9-4544-9D83-A137B02E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224712-AA9E-4241-96F6-2410D16A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29C961-C48B-40D5-B221-F0B21B10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316E2B-78AA-40D3-9FB2-8C43AA40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исполнителя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B5F9B1-0FDF-4DE6-8081-405C365B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 не Передача(Офис), CRM подставит данные аккаунта Передача(Офис).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0C14E6-4E44-4921-9E98-E0F6DBE5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18677A-9CB9-49E3-9FBA-2DD9B7BF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A26786-4DB3-4072-A185-E14197EC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26 называется Отступное (ТМЦ). Доп. соглашение не должно появляться как пункт 47.</a:t>
            </a:r>
          </a:p>
        </p:txBody>
      </p:sp>
    </p:spTree>
    <p:extLst>
      <p:ext uri="{BB962C8B-B14F-4D97-AF65-F5344CB8AC3E}">
        <p14:creationId xmlns:p14="http://schemas.microsoft.com/office/powerpoint/2010/main" val="21196291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F1AA12-80FA-443A-89B8-51FCB1C0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8316E-6BFD-4934-B914-7FFB6C2E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cafd72d764784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2B62B-5CEF-42E9-A2E6-78C6A84E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· ЗАДАЧИ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68D12-44DB-4ED0-9B3C-7BDCFC0B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 сотрудникам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AC598-DDB8-4468-A6D3-152A797A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Раздел нужен, чтобы передать конкретные замечания в работу исполнителю.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1FB8D-D046-46BE-AD96-12F7E976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DC3CB-E877-433F-B778-BEDADE3C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A64E9-9AAF-41D4-9B01-D0D7BE04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BED0E-D0A7-4194-9CCF-2B0CF28F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6ACE4-395F-4BFE-83E2-42307725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99D0E-64F0-4410-BCB0-316EFC66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2372C-4DB7-452E-8FB9-0053B333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Выдача задач.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0126D-BB6C-4737-A1F3-524437CA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5FD46-89F4-4E98-8223-28F6E4E9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42624A-331F-4475-8E4F-8A3FF99F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99AF9-E2CA-4937-AFF6-EAD76600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Отфильтруйте список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E9FF3-9D90-47B1-8B8A-A38D6C55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квартиру, пункт, статус или исполнителя.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BF2DE1-8ED0-4BFB-8E65-0004D756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8084D-D433-4FC8-83D9-9FC460A7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ECD8D-78B4-43B6-AD86-D2F8B60B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4E3373-81CC-4FFB-9C04-44561860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Отметьте замечания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56C9D-F1A8-4423-A45E-386F860E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галочки у строк, которые нужно выдать.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D9F94-60CB-46AF-A1DD-93995F2A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A99AD-4E59-4438-A821-736A7ADF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B1CBDC-315F-42AE-853C-42CDA8A6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D8E27D-6C35-4292-84B5-64792231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сотрудника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4239F9-10A9-4568-9AC7-71494245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исполнителя и дату выдачи.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9C3BDA-E710-4B2A-B5A2-6A021AFE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39BC3B-C93A-4077-9ECD-E1C47373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DB29DE-D519-476D-A07E-6CC74E26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FA4933-DDDE-4B70-AAFB-090DD935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выдачу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909733-D42D-4776-8D6A-37E23BD4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сохранения задачи появятся у сотрудника в его списке.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93E735-046C-4A00-8F86-CAC25691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6A3174-E109-4370-9424-3039194D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C7C10F-4885-48D1-9235-BB4B7C5D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Выдавайте только актуальные невыполненные замечания.</a:t>
            </a:r>
          </a:p>
        </p:txBody>
      </p:sp>
    </p:spTree>
    <p:extLst>
      <p:ext uri="{BB962C8B-B14F-4D97-AF65-F5344CB8AC3E}">
        <p14:creationId xmlns:p14="http://schemas.microsoft.com/office/powerpoint/2010/main" val="9849540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619260-83DE-417B-B3DD-496078C7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45F95-623B-452A-9CE9-E3018B50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9c29780244096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58262-6C93-414E-9256-F9C1FD7D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· МАТЕРИАЛЫ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D440C-1C6F-4348-8795-4E83F871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Расход материалов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7B8C7-02BF-43D6-ACFA-0B9E4A5D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Материалы списываются на конкретную работу, чтобы сохранить историю расхода.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8839D-F867-47E5-B73C-6218FACD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6A827-999D-4524-9EC0-F06106B0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3D5ED-8BF1-4ABA-8DB5-EC98A478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9FFA4-C254-419B-A0EF-145E61BC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9950B-BE5E-430E-85C4-F8162A46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23267-F02B-47CF-ADB9-4D14ABDE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611B7-3C06-41B7-91E0-B07C038F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меню выберите Расход материалов.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4D376-5291-4DA9-8218-6C6A2A40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88B28-9EE0-4C45-BA06-97F2D212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5F5F0-6B65-40FE-A5CD-2B1AF2B4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BB0DD2-6AFB-4E91-BAE2-81CB051A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35F69-EA7D-4CE1-9652-4F6BEC56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Найдите квартиру или коммерцию.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4D25B-20DA-418D-8905-592997B1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B52F0-C963-4B3C-B690-96D8798E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019770-D92E-4072-B3B7-06A8EE4D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42557-8EBE-4EAC-9D79-CCBEA3EF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замечание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AA086-B050-4991-A410-8FA35FCE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Привяжите материал к конкретному пункту работ.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49760-E8D5-45D2-A3A2-FD780F93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C6D9C-1469-4504-A1CA-FD53EAE6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6CB64C-D44D-4D83-994D-C4F29F55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E0CCE8-2A96-4AC4-91B6-4C69C4F7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Укажите количество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98C509-C346-4320-A73D-3678E284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материал, единицу и объем списания.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1F9C55-E0F9-4F5A-8C4C-DD128FE7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E1342B-1229-4B36-A49B-57CE8FEA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D31423-D758-4C3B-815F-93CE5140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6B7F0E-6A4D-457E-83DD-6C184554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расход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54D93A-1A98-44F9-A1B0-6B2E4D52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добавит запись в историю по помещению и отчетам.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445551-2132-49CC-84E9-F450DE17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A66EB3-7B3E-4CF5-8EAD-03AEB84D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Правило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C09F41-7A7E-4BEB-9CF7-39E4B6B9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Не списывайте материал без привязки к работе: потом сложно проверить расход.</a:t>
            </a:r>
          </a:p>
        </p:txBody>
      </p:sp>
    </p:spTree>
    <p:extLst>
      <p:ext uri="{BB962C8B-B14F-4D97-AF65-F5344CB8AC3E}">
        <p14:creationId xmlns:p14="http://schemas.microsoft.com/office/powerpoint/2010/main" val="5288575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13DD73-3602-4FC2-A13D-D0DAD6D4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0E79D-B384-4E56-953F-15F0E8C2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03aaf863e4da1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624FC-9BD4-4E15-8CF0-C148BE72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· ЗАМЕРЫ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2BA01-1175-4258-B433-57C6B534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C16BD-D35A-49A0-A8B4-0C2F926B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Замеры помогают отдельно контролировать задачи по стеклу и связанным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EF217-4C20-4497-B5EE-B0D7F549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CAB86-25D4-49F7-92B4-938EC1DC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B54F7-73A2-4223-A2E2-02FBA7FE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7012E-F62D-4AE2-9CA3-82643211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28581-9AF0-4463-88C6-BD9F521B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C1DAC-2172-4C14-B45F-231C553A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Замеры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CEA9A-483B-4F11-BD03-C97FD767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Замеры.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A95FC-D039-45F5-AF67-016ECAA7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4FF1C-672C-440A-AD8B-621450C1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F0B44-8017-4543-8A35-D8ABAB6E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E936C4-1199-47FC-8AD3-EFA95C97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Смотрите порядок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35B599-7DDF-4C59-ACBA-DFD7380B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Сначала отображаются невыполненные, выполненные уходят в конец.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39A972-121A-4CC6-BDA7-C0A67520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317789-69D4-401B-9825-4CD243C7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55314-DF92-4CC7-ABB6-39588621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2B7060-8595-4817-B949-503FAFE1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поиск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4A6705-5445-4D74-A36B-F31E07B5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Ищите по квартире, тексту или номеру задачи.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3085EA-8AE7-483B-8E69-AFB74B42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78609B-7881-4FCE-BFC0-1AE3FAA1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8581FF-6D8B-4DF2-8987-8F2D59D3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AB4A29-4A55-44D5-924D-4BE502B9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Меняйте статус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78B144-8704-4D20-BCA1-EF53BFEC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выполнения отметьте задачу как выполненную.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836F97-A96E-4E37-9D55-294B0543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2955F9-8D9B-4233-83BF-8EBE27D8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290846-215B-4037-9518-F2C9B2F4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68998A-001B-46C4-A694-1E9F31C1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Проверяйте историю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759B0D-98BF-4DCE-B02E-0C255803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Открывайте карточку задачи, если нужен контекст.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7561C3-79E0-4EA3-ABB8-496E7068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89712A-770F-42ED-888B-C17A36D0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Порядок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9E0350-F8DF-4F3F-8CC9-47CD1DA2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выполненная строка выше невыполненной, это повод проверить фильтр или статус.</a:t>
            </a:r>
          </a:p>
        </p:txBody>
      </p:sp>
    </p:spTree>
    <p:extLst>
      <p:ext uri="{BB962C8B-B14F-4D97-AF65-F5344CB8AC3E}">
        <p14:creationId xmlns:p14="http://schemas.microsoft.com/office/powerpoint/2010/main" val="12343454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63F3D6-4E14-407D-B0EF-9C9C018B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EB1DD-DD73-4B81-8FDE-806280D6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28783a0e6462c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92ACC-FF24-4168-9795-B2B223F4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11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17F9E-9858-48F6-B736-0242355E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Смена пароля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BB7A0-AD11-468E-A6B3-1C8F020D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Пароль меняется на отдельной странице, чтобы не смешивать профиль и безопасность.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3B8D1-C872-4488-B102-96CD65AF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83DA5-4C61-4F19-AC28-AB85801D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E08F8-57CF-43A8-8623-452C27DC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C71D9-C816-4362-B814-6322B8DE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5DE1D-EA4B-4DB5-BCDA-E21A8E08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8417F-67C7-4F3A-ABC2-FEB993DE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A848B-079F-4878-BC4A-EB2B4BE6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C87FB-33B3-470B-B2B0-971B56AB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258C3-ABF0-4F04-92B5-4D730247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16B4A-4A34-4355-9A32-A550CFE0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A00E9-80B0-4736-8B2B-AF9375A6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Сменить пароль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7F39B-CD1C-4AA5-84D1-CD7AC01A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находится в блоке профиля.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227DB-3E65-4632-874A-73C3685A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39B72C-407D-46FB-BF04-F23A2040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4A64DD-22C6-46A9-8D68-3636AE60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21BC64-44C4-4F23-96A5-7DB0BC23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Заполните поля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2BF7F4-C5A7-4267-9D3C-4144C4AF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текущий пароль, новый пароль и повтор нового пароля.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A23D4D-EC8F-4535-A575-1FB00A85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CA54A-A323-41A5-A85B-2A412640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AC27A8-8444-432A-B050-1F2D48A7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A02B6-0DFC-4FBA-AC65-F3EF4B2F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8A308C-CAFE-4B8E-87FD-31747076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Сменить пароль. После ошибки проверьте текущий пароль.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FCB5F8-79D4-4740-A9DC-CC4F1113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EC8D6B-972B-4DB1-A3AB-74D210B9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A56639-92D0-4A8F-A671-A81F60F7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E322E6-836B-44CB-891B-8DCF3B18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Вернитесь назад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82F9A4-345C-4660-A6DB-AFC202D6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Аккаунт сверху возвращает в профиль.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6F2F16-13DD-4278-80D8-BCA083A1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734FC1-671D-4EA6-94DA-10A26BF1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4B57BC-88AE-4817-AE1A-C72BC280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Роль видит только разработчик. Остальные пользователи видят профиль без строки роли.</a:t>
            </a:r>
          </a:p>
        </p:txBody>
      </p:sp>
    </p:spTree>
    <p:extLst>
      <p:ext uri="{BB962C8B-B14F-4D97-AF65-F5344CB8AC3E}">
        <p14:creationId xmlns:p14="http://schemas.microsoft.com/office/powerpoint/2010/main" val="13300503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2A6EA1-E23E-4DF2-A30C-61D19B7C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1F657-411B-4EDD-AE75-A07AEA36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d7bd30cd348e3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0B068-D3B9-4C46-A3CA-0AA819CF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12 · EXCEL И ОТЧЕТЫ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2C1EA-5268-4927-97B6-13511DCB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Excel и контроль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E5A49-0065-48F6-858E-A40CCB8B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Выгрузки нужны для проверки квартир, замечаний и результатов работ.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C66E8-D3B1-4A65-B84C-2FD1FBFD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2787F-61D7-41BD-9E77-F125329A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0748A-66E4-4A34-AA02-EDAAC7EB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811FA-F958-4714-AA78-67BB3E0C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7D666-4B78-4152-9105-67572F98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7DBDC-B144-4A29-832B-D9BABCBE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Квартиры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5F173-ADF8-4CEC-89DD-C8B18768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 странице квартир нажмите Скачать Excel.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0C194-ECED-4CF6-9FD4-3868618A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90D5C-28EF-42A2-8F0E-E2598703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759D8-3CB1-425E-BE0E-BEC28305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24263-0275-413D-9373-30631FDD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58069-7D5A-46BE-BFB7-7E5CC817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21: отопление. Пункт 22: канализация, в/с. Пункт 26: Отступное (ТМЦ).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534C9D-78C2-4FCD-9E9E-33392C76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F9AE1-5D0E-4C2F-B7C2-7F7E1288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23298-8183-4A5B-A42A-4897AAB4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8768AD-20FF-4AFB-B808-A7121ECE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Отчет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85B2B5-76BA-4E4A-8596-74E3FDEB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меню Отчет смотрите сводку по статусам и готовности.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395FBA-9C50-4D8F-AA71-2053C54E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B12C30-4B78-4962-80FF-B747D419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B1D9BB-9BFA-4B9A-AC83-41367F1E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BE05E5-180B-42C0-8850-9CE87CA3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фильтры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84D7BD-889E-4753-8C08-1011F164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Перед выгрузкой примените нужные фильтры.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176EB0-7BFC-42FD-A160-F40A1DEE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7B8B65-19ED-430D-BCEC-FC18ED37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977EE3-32CF-4A30-A5C6-254627AD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C53BC0-8F5C-4E23-B343-EECC37A0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файл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3957EB-03E9-45F0-A6CB-6FFBC1CE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скачивания откройте Excel и убедитесь, что столбцы не смещены.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A5F7E3-831F-49AC-8E96-5C7DDC14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D5D281-F611-4335-9319-A2E25CB6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8FE145-7E0E-4439-98AD-1B6855DA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Excel виден пункт 47 Доп соглашение, нужно сообщить разработчику: это должен быть пункт 26.</a:t>
            </a:r>
          </a:p>
        </p:txBody>
      </p:sp>
    </p:spTree>
    <p:extLst>
      <p:ext uri="{BB962C8B-B14F-4D97-AF65-F5344CB8AC3E}">
        <p14:creationId xmlns:p14="http://schemas.microsoft.com/office/powerpoint/2010/main" val="14663704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2026-09-21T11:13:31.0330000Z</dcterms:created>
  <dcterms:modified xsi:type="dcterms:W3CDTF">2026-09-21T11:13:31.0330000Z</dcterms:modified>
</coreProperties>
</file>