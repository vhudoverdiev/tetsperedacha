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5007b65a345ed" /><Relationship Type="http://schemas.openxmlformats.org/officeDocument/2006/relationships/extended-properties" Target="/docProps/app.xml" Id="Rc2a9a48eab1c49a9" /><Relationship Type="http://schemas.openxmlformats.org/officeDocument/2006/relationships/officeDocument" Target="/ppt/presentation.xml" Id="R281ef9369b07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406c54fbd4a48"/>
  </p:sldMasterIdLst>
  <p:notesMasterIdLst>
    <p:notesMasterId xmlns:r="http://schemas.openxmlformats.org/officeDocument/2006/relationships" r:id="Rba7b8ee2b33a46aa"/>
  </p:notesMasterIdLst>
  <p:sldIdLst>
    <p:sldId xmlns:r="http://schemas.openxmlformats.org/officeDocument/2006/relationships" id="256" r:id="R4331d6637dae46c3"/>
    <p:sldId xmlns:r="http://schemas.openxmlformats.org/officeDocument/2006/relationships" id="257" r:id="R2ec4c829b5cb46f0"/>
    <p:sldId xmlns:r="http://schemas.openxmlformats.org/officeDocument/2006/relationships" id="258" r:id="Rdad8771325f041ac"/>
    <p:sldId xmlns:r="http://schemas.openxmlformats.org/officeDocument/2006/relationships" id="259" r:id="R3ac908cb07e34716"/>
    <p:sldId xmlns:r="http://schemas.openxmlformats.org/officeDocument/2006/relationships" id="260" r:id="Rf0e3045f11e74e1a"/>
    <p:sldId xmlns:r="http://schemas.openxmlformats.org/officeDocument/2006/relationships" id="261" r:id="R75ec82acf9f74f1e"/>
    <p:sldId xmlns:r="http://schemas.openxmlformats.org/officeDocument/2006/relationships" id="262" r:id="R514a6e68f9184a88"/>
    <p:sldId xmlns:r="http://schemas.openxmlformats.org/officeDocument/2006/relationships" id="263" r:id="Rd23fcaf33d74412d"/>
    <p:sldId xmlns:r="http://schemas.openxmlformats.org/officeDocument/2006/relationships" id="264" r:id="R417fa860ed464ccf"/>
    <p:sldId xmlns:r="http://schemas.openxmlformats.org/officeDocument/2006/relationships" id="265" r:id="Raea679b99ff744bb"/>
    <p:sldId xmlns:r="http://schemas.openxmlformats.org/officeDocument/2006/relationships" id="266" r:id="R48b99913a76b4625"/>
    <p:sldId xmlns:r="http://schemas.openxmlformats.org/officeDocument/2006/relationships" id="267" r:id="R25c255839a6d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8cc6b343c4820" /><Relationship Type="http://schemas.openxmlformats.org/officeDocument/2006/relationships/slideMaster" Target="/ppt/slideMasters/slideMaster1.xml" Id="R258406c54fbd4a48" /><Relationship Type="http://schemas.openxmlformats.org/officeDocument/2006/relationships/notesMaster" Target="/ppt/notesMasters/notesMaster1.xml" Id="Rba7b8ee2b33a46aa" /><Relationship Type="http://schemas.openxmlformats.org/officeDocument/2006/relationships/presProps" Target="/ppt/presProps.xml" Id="R8667806b8cb549e2" /><Relationship Type="http://schemas.openxmlformats.org/officeDocument/2006/relationships/tableStyles" Target="/ppt/tableStyles.xml" Id="Rd1050201e1684dcd" /><Relationship Type="http://schemas.openxmlformats.org/officeDocument/2006/relationships/slide" Target="/ppt/slides/slide1.xml" Id="R4331d6637dae46c3" /><Relationship Type="http://schemas.openxmlformats.org/officeDocument/2006/relationships/slide" Target="/ppt/slides/slide2.xml" Id="R2ec4c829b5cb46f0" /><Relationship Type="http://schemas.openxmlformats.org/officeDocument/2006/relationships/slide" Target="/ppt/slides/slide3.xml" Id="Rdad8771325f041ac" /><Relationship Type="http://schemas.openxmlformats.org/officeDocument/2006/relationships/slide" Target="/ppt/slides/slide4.xml" Id="R3ac908cb07e34716" /><Relationship Type="http://schemas.openxmlformats.org/officeDocument/2006/relationships/slide" Target="/ppt/slides/slide5.xml" Id="Rf0e3045f11e74e1a" /><Relationship Type="http://schemas.openxmlformats.org/officeDocument/2006/relationships/slide" Target="/ppt/slides/slide6.xml" Id="R75ec82acf9f74f1e" /><Relationship Type="http://schemas.openxmlformats.org/officeDocument/2006/relationships/slide" Target="/ppt/slides/slide7.xml" Id="R514a6e68f9184a88" /><Relationship Type="http://schemas.openxmlformats.org/officeDocument/2006/relationships/slide" Target="/ppt/slides/slide8.xml" Id="Rd23fcaf33d74412d" /><Relationship Type="http://schemas.openxmlformats.org/officeDocument/2006/relationships/slide" Target="/ppt/slides/slide9.xml" Id="R417fa860ed464ccf" /><Relationship Type="http://schemas.openxmlformats.org/officeDocument/2006/relationships/slide" Target="/ppt/slides/slide10.xml" Id="Raea679b99ff744bb" /><Relationship Type="http://schemas.openxmlformats.org/officeDocument/2006/relationships/slide" Target="/ppt/slides/slide11.xml" Id="R48b99913a76b4625" /><Relationship Type="http://schemas.openxmlformats.org/officeDocument/2006/relationships/slide" Target="/ppt/slides/slide12.xml" Id="R25c255839a6d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8cc767b54d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7ab8315f6447cc" /><Relationship Type="http://schemas.openxmlformats.org/officeDocument/2006/relationships/notesMaster" Target="/ppt/notesMasters/notesMaster1.xml" Id="Rf5396628227041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5c6e3b2dc42fa" /><Relationship Type="http://schemas.openxmlformats.org/officeDocument/2006/relationships/notesMaster" Target="/ppt/notesMasters/notesMaster1.xml" Id="Ra15fa7a6d2c0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196599d434269" /><Relationship Type="http://schemas.openxmlformats.org/officeDocument/2006/relationships/notesMaster" Target="/ppt/notesMasters/notesMaster1.xml" Id="R406257891db049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81f06e9a1e410c" /><Relationship Type="http://schemas.openxmlformats.org/officeDocument/2006/relationships/notesMaster" Target="/ppt/notesMasters/notesMaster1.xml" Id="R2d70098b08ef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01c8fe27e34c62" /><Relationship Type="http://schemas.openxmlformats.org/officeDocument/2006/relationships/notesMaster" Target="/ppt/notesMasters/notesMaster1.xml" Id="R006019a5a30447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97807125194bea" /><Relationship Type="http://schemas.openxmlformats.org/officeDocument/2006/relationships/notesMaster" Target="/ppt/notesMasters/notesMaster1.xml" Id="R2596be4a9d34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4f09dc45214916" /><Relationship Type="http://schemas.openxmlformats.org/officeDocument/2006/relationships/notesMaster" Target="/ppt/notesMasters/notesMaster1.xml" Id="R1a475c38e3da4e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a533eb287a473d" /><Relationship Type="http://schemas.openxmlformats.org/officeDocument/2006/relationships/notesMaster" Target="/ppt/notesMasters/notesMaster1.xml" Id="Ra75d3f87e0ab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c738cf2ef4617" /><Relationship Type="http://schemas.openxmlformats.org/officeDocument/2006/relationships/notesMaster" Target="/ppt/notesMasters/notesMaster1.xml" Id="Rfab6cdf8d860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5e3146949445c6" /><Relationship Type="http://schemas.openxmlformats.org/officeDocument/2006/relationships/notesMaster" Target="/ppt/notesMasters/notesMaster1.xml" Id="Rc092ad4490c348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2a616392b472b" /><Relationship Type="http://schemas.openxmlformats.org/officeDocument/2006/relationships/notesMaster" Target="/ppt/notesMasters/notesMaster1.xml" Id="Rb69a84b2100446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70b6cc4b964ae3" /><Relationship Type="http://schemas.openxmlformats.org/officeDocument/2006/relationships/notesMaster" Target="/ppt/notesMasters/notesMaster1.xml" Id="Rcb6bf2f51caa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01e301e6249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d9b4ce34744242" /><Relationship Type="http://schemas.openxmlformats.org/officeDocument/2006/relationships/slideLayout" Target="/ppt/slideLayouts/slideLayout1.xml" Id="R6b946f2a2428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46f2a2428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ef5c3a87a457f" /><Relationship Type="http://schemas.openxmlformats.org/officeDocument/2006/relationships/image" Target="/ppt/media/image.png" Id="R04a4c88d5f034495" /><Relationship Type="http://schemas.openxmlformats.org/officeDocument/2006/relationships/image" Target="/ppt/media/image2.png" Id="Ra23fa04ce311475c" /><Relationship Type="http://schemas.openxmlformats.org/officeDocument/2006/relationships/notesSlide" Target="/ppt/notesSlides/notesSlide1.xml" Id="Re318b90e7d814a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f2d47062841ee" /><Relationship Type="http://schemas.openxmlformats.org/officeDocument/2006/relationships/image" Target="/ppt/media/image3.png" Id="Radf01a9062654738" /><Relationship Type="http://schemas.openxmlformats.org/officeDocument/2006/relationships/notesSlide" Target="/ppt/notesSlides/notesSlide2.xml" Id="Rd3ba6d7b5884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2b471ee544878" /><Relationship Type="http://schemas.openxmlformats.org/officeDocument/2006/relationships/image" Target="/ppt/media/image4.png" Id="R699b4b8c4daa4dc6" /><Relationship Type="http://schemas.openxmlformats.org/officeDocument/2006/relationships/notesSlide" Target="/ppt/notesSlides/notesSlide3.xml" Id="R1cc73853a660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830b3ecd4d91" /><Relationship Type="http://schemas.openxmlformats.org/officeDocument/2006/relationships/image" Target="/ppt/media/image5.png" Id="Rab35e37d83854f02" /><Relationship Type="http://schemas.openxmlformats.org/officeDocument/2006/relationships/notesSlide" Target="/ppt/notesSlides/notesSlide4.xml" Id="R5788cfd17486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d08e70f93467d" /><Relationship Type="http://schemas.openxmlformats.org/officeDocument/2006/relationships/image" Target="/ppt/media/image6.png" Id="Rb02f3e5e59b64fa7" /><Relationship Type="http://schemas.openxmlformats.org/officeDocument/2006/relationships/notesSlide" Target="/ppt/notesSlides/notesSlide5.xml" Id="R4505c8c815bb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5f8de0e144924" /><Relationship Type="http://schemas.openxmlformats.org/officeDocument/2006/relationships/image" Target="/ppt/media/image7.png" Id="R3896c60a93404876" /><Relationship Type="http://schemas.openxmlformats.org/officeDocument/2006/relationships/notesSlide" Target="/ppt/notesSlides/notesSlide6.xml" Id="R98230c9ef40946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574c70b72470f" /><Relationship Type="http://schemas.openxmlformats.org/officeDocument/2006/relationships/image" Target="/ppt/media/image8.png" Id="R651a540ebb004b31" /><Relationship Type="http://schemas.openxmlformats.org/officeDocument/2006/relationships/notesSlide" Target="/ppt/notesSlides/notesSlide7.xml" Id="Rb1dcc752087b4b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42bd0e084f56" /><Relationship Type="http://schemas.openxmlformats.org/officeDocument/2006/relationships/image" Target="/ppt/media/image9.png" Id="Ra1e3502caafe4d10" /><Relationship Type="http://schemas.openxmlformats.org/officeDocument/2006/relationships/notesSlide" Target="/ppt/notesSlides/notesSlide8.xml" Id="R105e9bd1ef7d4e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e6d8b62924a16" /><Relationship Type="http://schemas.openxmlformats.org/officeDocument/2006/relationships/image" Target="/ppt/media/image10.png" Id="Rade934dfd1fe4eb0" /><Relationship Type="http://schemas.openxmlformats.org/officeDocument/2006/relationships/notesSlide" Target="/ppt/notesSlides/notesSlide9.xml" Id="Rdd56d662b66f45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a20baed834222" /><Relationship Type="http://schemas.openxmlformats.org/officeDocument/2006/relationships/image" Target="/ppt/media/image11.png" Id="R9d7ecc7cf1e24c20" /><Relationship Type="http://schemas.openxmlformats.org/officeDocument/2006/relationships/notesSlide" Target="/ppt/notesSlides/notesSlide10.xml" Id="R71a425b6b46c44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6a6a9324a4436" /><Relationship Type="http://schemas.openxmlformats.org/officeDocument/2006/relationships/image" Target="/ppt/media/image12.png" Id="R54cedeb179bb48d9" /><Relationship Type="http://schemas.openxmlformats.org/officeDocument/2006/relationships/notesSlide" Target="/ppt/notesSlides/notesSlide11.xml" Id="R3f021071d3de41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217330e34a3a" /><Relationship Type="http://schemas.openxmlformats.org/officeDocument/2006/relationships/image" Target="/ppt/media/image13.png" Id="R0811c7a5705c4b8d" /><Relationship Type="http://schemas.openxmlformats.org/officeDocument/2006/relationships/notesSlide" Target="/ppt/notesSlides/notesSlide12.xml" Id="Rab90d3f0128946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4c88d5f034495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F38D0-48B0-41AD-A196-8688EFF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A9FFB-3934-4CB9-950D-522ED73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37299-A024-4697-AA27-1F7FAC51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B6401-7516-41AE-9CCF-EBD0BB2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E5B77-922F-453A-A5FF-C6C1B3EC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2E766-F997-4279-81D0-E786292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fa04ce311475c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621C-BB1B-456B-A928-33FFF489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A2942-B0BC-4F4C-899D-B21D5403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DC7BB-2F73-415C-BF13-0C416C4D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3589A-04E8-45DA-98B3-FB35BEE0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0FA77-5AD3-41A1-BFB0-2233BD5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0F747-1368-47D5-B3BC-991D5D56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28552-BDA8-4956-A090-8126B70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45C05-9478-4894-92FC-6C576F35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989969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CE5633-3808-4605-98DA-C2086734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E23C1-44B5-4915-A09C-EF0D87E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01a906265473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CCE6A-75CE-4609-A66B-92726D8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2E90D-F619-4F99-9759-DD4ACE1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2205E-4A6D-47D0-9B1C-1272DDB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2DADF-CBD4-426E-9F2D-7B4DEB24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B94F1-1420-4008-98A1-139A6C2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27969-E5BF-4384-AABD-1F5B636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AE94E-99F8-44DC-BD20-CEE6299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0CD05-A172-4FFA-A826-0326DCA3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3C832-BE1C-41A2-837D-C0F4DD7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46086-90B5-4F94-B6E0-20894AE7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8479D-68F0-43E0-833B-D09DDE7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86EB8-4004-4F5D-AC02-520195EC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AE6B2-D296-49F2-9C97-4BC6A99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DE0C4-F04A-4E78-8567-DBD19866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F3DF5-3807-440E-997F-69E30C33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5ED14-3A54-4E7B-81BE-EEF3FB6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682E6-B9DC-429C-AB15-B71A108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03D07-B85E-430C-81FE-0ECF4BB4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E1962-FC01-44D5-A4CE-AE335359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FE92B-D6E9-4257-9C6A-1FC55C4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28E74-4FF9-402C-AB27-2C7AF974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27E89-4091-42E1-906A-92F2C63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B52A1-E4A4-4299-8327-75A921CE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6BFDA-E5E7-4FB7-B972-A3A0D74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12ED5-4F52-4406-9136-E0589C8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4500C-2617-4D81-BC10-2FE9AFEE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46646-98DE-4617-8AD4-74F0B79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28E97-7ED4-43E8-9927-E113B23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FD2A3-F597-42AB-A939-316F677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9C1DB-4740-446A-A87A-C70DD027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DDA05-243C-4747-9CB6-C3924C11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A7185-04FF-4CEC-B5E1-4E1EE2A9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4CFB7-8E7C-4881-A247-D3DA8D8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6D7BC0-ED7D-4881-BC2A-4B1B785A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DF71C4-5369-4D9D-8708-3C76C749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2ED47A-E325-427D-853F-41FD4B5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C51C25-7522-49B0-BB57-B5E4401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FA0B92-6E16-4261-BCA5-1E97007A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B458B-A3B1-449F-BD36-251D5C70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6FEEEA-76E0-4E53-B99A-6E76305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5FEF0D-E7F4-4837-8EC6-850105E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477E12-BCC1-4C3C-AD37-5BF7091A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2381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ABA676-380A-4389-95D3-9319705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2076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C689D-0E3E-496F-8CD6-72AECFF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962650"/>
            <a:ext cx="2381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574630-B270-4087-9410-39C7323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076950"/>
            <a:ext cx="2076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2CF715-3EC8-442E-A37C-B6F12705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62650"/>
            <a:ext cx="2381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4C4C06-8102-4B35-83C6-C55AE46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76950"/>
            <a:ext cx="2076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Смена пароля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A4EC3D-DDE6-4F85-A5CF-27B6BE1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962650"/>
            <a:ext cx="2381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F3D41D-83C5-4139-9CDF-7DC1733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076950"/>
            <a:ext cx="2076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152004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F009B2-CEA6-4D0D-9A30-FC1D1F9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00239-0AC4-49FE-BC17-D039F34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b4b8c4daa4dc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2E8F8-A152-4D3D-B1B3-C31BC43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0AA4E-92A5-4F7F-86EF-AFE33F4B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3E02D-A1A1-415E-8C21-B674042A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B3576-70B1-4416-8BB6-124CD2D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1A8A8-9AC0-41A4-9BE4-CF777A7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5AEF8-614B-46AD-8D35-01AC824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3ADB-0DEF-4588-9C23-5E9D8C0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55313-1AB4-4CDE-80A1-0A158DA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35BA9-8FE9-4D60-B70B-94654C60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25121-9861-46BD-AAAD-37E0942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ADE2A-FAE1-44DF-A361-6C666C3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0A015-ECA9-42F9-BECE-32BAA53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BF497-F871-4928-A783-4F85DDB0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1DC0E-6E67-41B7-A2A9-612A1F7A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CEDCE-54A5-405F-B5A7-F1BFD392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9C001-55C0-4D51-AD66-ACCD6F33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6D520-4668-4F08-82FC-4BE9E75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069B4-D7A7-49E3-8078-934623D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F0094-69A8-4BDA-B9D1-8721B858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B0342-A113-4E95-95F4-76E3E6E4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53255-3718-49B9-BCA0-A28E7CC8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F53DA-5DCE-4A65-AB93-789FD6F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5200D-1330-41AF-9F24-772130F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F56BF-58BA-4B62-B3C5-A9D2DEDB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DBD30-0412-42B8-8C72-D1E592E8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F9A2B-3BCD-47C1-B37E-1773545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B0C5F-69BC-42B8-B789-363CDCB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19D5C-11D6-482E-951B-21CC305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2ADBA-2E24-4E67-B5B6-F4687B5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BFA86-1130-4F64-85FA-BA63A89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471408-99B7-4AA7-9683-E4A484B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B4857-81C8-4889-A332-AC750BC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F164A0-B6D5-4C0A-B7FF-04FE79A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405256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BE543-C4B5-4CAB-8637-61D696B5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53B97-7651-4B28-9F73-6493E89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5e37d83854f0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8650F-50D1-4316-9CC6-A7596E14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B98E4-D2BD-4473-8855-5AEAAC0B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43E8F-95AD-469E-B556-E27C730F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781D6-C51D-4850-BDDF-B9F6FF9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71CAD-9CCB-4EBA-8D2A-77563374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525B1-20D9-4893-8A6D-B6FEDF81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F7E7-73C2-41F2-AFDA-FDBE9D8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BBB71-835F-4C3A-BF7F-5879001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EA2BC-2EA4-4CC1-B78A-28AF6C2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AFEE-A240-435B-9397-B37778F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6F969-8370-49D4-937D-3651548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B2195-E511-45ED-93A5-7E833BD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320D1-3A08-4EC6-9E65-29F5724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AC674-E37E-446E-B714-BFF22A3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EBA82-53FA-44E9-9AD5-33F4758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9C83E-ECB9-4A87-82C1-53C6F714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018C0-1CB6-4556-B1ED-B4F455DB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4C19B-F933-4F78-BDBC-7A344BC4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7F55B-5364-431F-B8EA-952AC76E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4C9DA-5ECC-4DF9-A9B6-C0886F6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3E958-8769-4580-AF56-CFC1376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353D6-0324-4738-B103-8DBA69B4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D8B54-107C-487A-BFB4-8B7788D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58C17-D4EF-4452-9381-17AB209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E645C-5B2C-462F-8D31-8914F3B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E77C9-6973-43F4-B5C0-635BAE8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5E3E1-522E-4E1E-B44C-918DECB8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11E190-9BFE-46C6-B0AC-4EB1B76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ED24C-A68D-490A-9FBF-3C23160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45C8FE-BA8F-42A9-B803-5D8543C9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B3C028-3563-432E-8F40-35FA288B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91B20-6CE3-4B27-932B-C95A8D3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D57893-5019-46DB-B9CE-30542E9E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1283343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55E3E-6AC7-44C5-A8B8-FCE657D7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FF36-CE9F-4A31-868B-202E83C2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f3e5e59b64fa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C3A8B-80D2-45C2-955C-AFD505D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A183-771C-4764-A998-7ABDA59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72DA3-0AF1-4836-87F4-2B9B2D11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08B42-D1A3-429C-B59A-820298EF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B4AE6-3491-4BB3-86AB-44A650E5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05372-6C89-457A-9C26-B459A5E8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F5B09-0BF6-40B9-B408-0E49EA1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ECC40-5A99-4A82-BF17-68F9680E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DD288-92B9-4C7B-ACC8-59B196E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E788F-3F46-4549-8E26-072CC76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AE83-7CCD-4294-A6AA-7809CC9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46FD6-6D7C-4BD6-8E2F-10CFE44B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4560F-D6DD-470D-9826-32617B5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87341-81C4-41C5-B203-CF74456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AE30B-A579-4E35-91B7-1C9B3AB0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EEE1C-ABC1-465D-8378-F631AE21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C7F4B-2B14-4414-BB62-5FDEE9E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0873B-8340-45F2-9DED-17B2C3C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10B4B-7683-4B03-B6BA-FEF79DB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C9489-617F-4981-A970-266E7692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D2C31-D962-4271-B11F-7F62BA0E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059A2-25F0-4CA9-A6BA-8046A3C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DF5A2-800B-41B4-A4A8-A042435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2F860-FDED-42E9-8952-743F3381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D156A-3BC1-4BC3-AB9A-D6EE0A6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95D8B-2014-4DFF-B756-6AE1A50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3F747-5EAD-4C65-B29B-370FB228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C5DBFE-0E0B-4BA6-BB65-F462FEC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E41D40-5CA5-44BA-A1FF-B7C5E5D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A4786-B898-4D52-90CF-A4404F1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9A189-719C-47ED-B358-552491B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ED09E-7FA2-4E57-9D52-9C93194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47FDF9-E352-40F3-B5C9-93FA2B7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197831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1650F-6E9B-4B8C-BBD6-ACA26B2A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F6BC3-5257-488E-9BFD-0347097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6c60a9340487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80015-C074-4EE5-BD91-47F13BD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C16B9-37D5-4203-865A-DECA212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E256D-A349-4661-865D-F2245F60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AE57B-0350-4638-8D62-C79CA35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6A2E-57F1-415F-A25F-D62313F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978B4-98B0-409E-84C2-92C4D4D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02ADD-C2D5-4D52-A125-39821BF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1970D-DCDE-46B6-921F-0F8C237F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77FE3-F8A2-4A45-A919-A1619DF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E79C2-9942-4E01-8DB1-8534680B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4911C-251A-43B3-B74F-EE20706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D9058-8F49-4762-BB32-7E0BFA1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09CAB-34B9-4945-A9C3-A356AC1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FFC24-79DF-486C-8347-031EFD2D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855AC-5C72-43A7-9AD9-380A2D0B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068FF-D6F9-4257-A4A8-E7F42347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424F7-5C41-47AE-9124-B1E0E49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43573-EF69-4012-81F3-D26B195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FBC32-6CBA-409C-A2F2-9A219AFA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E055F-0164-4E84-A11A-73DE9568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BEAC5-E7D0-4AC3-A82A-0B2F144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C360F-32E3-4790-9EC1-18AE189A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ADF46-30B9-4F6D-A328-3579C0DB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0739F-9B28-453D-AA4E-11F863C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1A94E-B4A5-4DD6-9EBB-DC46C766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3C5A2-B3BD-4DF2-9A80-E48748F7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296C3-96F4-42B5-83EA-224B92E8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F24DA-5180-4626-9281-9EBE56D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1F7D1-5D33-4A52-9725-FA686F8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B46CE-185E-4C30-B670-56334935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10D40-A60C-4D08-8B0C-CD055EA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BAA21-3F4D-453A-9FB0-EF928F10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71F10-782B-4B3A-95FD-81AAB79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903390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4398A-6463-4455-9B1D-B7E2B6C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2B42-4B36-4A22-AEE5-EAC9FFD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a540ebb004b3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8A0D-8664-4045-A2AF-C75B150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378FF-F0ED-4C05-8895-5885819C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48621-1DB7-4A32-BCFB-5261BE06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45F5A-CF23-485A-8B90-11B2974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C4A31-DD35-4856-A534-F38D020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E8375-443A-49F4-AC4E-7F8F686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E778-EC7B-4FFC-8A1F-5A76C687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81B9E-92CE-4497-BCF2-2503EBE4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A938C-B807-4F1A-AC73-6AACC7EC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8B03-2FAB-4376-B0EA-B412D1A4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BB290-74C2-4683-9855-13B031E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3C639-CF68-447E-8395-7C469FF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60224-E4B9-49EE-A98C-D07E011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F8915-D588-41C0-9E99-4C7C4CE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54E0A-2DFD-4C4F-84DF-70F7F5AB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98A8D-7E6C-4797-AEE9-88C87BC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C4D71-9876-4C34-93E0-0C6C383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2710B-1EF9-4122-AD35-36E5460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F2775-E8FB-4629-BFC5-16984AF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CFF03-955B-44FD-AD4A-FFA07EF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B0D8D-65A7-4EF9-BB90-1964C854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178DC-1B22-4720-907F-2F8961F3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048FB-4779-4891-A994-EFDDB17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2EEE8-7A64-44A1-9944-713E05D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58C40-2ACA-4C65-9F1B-297D797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C42EA-6C36-4698-9CC2-0F18D66A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B268E-DC99-4276-8B22-04E6B8F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04661D-300C-41F1-B9A1-7C42509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1CF4B-6844-4E9A-B8D1-4E48414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6F7DBA-5CF5-4B8F-8F55-FF974099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26DC0-8C2B-4260-AB09-5A32363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A34B4-4D29-4CA0-8D3F-C2490FF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A2BA05-8BBE-4E4B-8986-9AE791D6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1178526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5E8CB8-E28C-4CD6-9854-DE323C1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4387E-3725-436F-9E9C-F278EFC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3502caafe4d1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1CC10-5CF1-4497-B13E-360DDDC0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890E5-3C6C-4C20-972A-0BFA564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DBCD-8EC8-44A4-9895-61599CA1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7535-02C8-4A63-AF19-7654327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C9225-8421-4BD5-A626-6AB7C0F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8AC8E-2BED-4DB2-BF31-0EAB74B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3935-34B5-4046-81A1-79DE1000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CCBA3-A566-4D91-AC10-F91FDA9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7CEB6-EAB7-4FB1-AFE0-DCC11E1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6ADFA-7CF2-468A-858E-C148108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CA170-3035-4134-BAC0-B612629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00108-D90E-427A-912C-695A7AF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A1D27-FD50-4C50-AC6F-D4301C1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99E9C-899A-4655-BA25-A4E5332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5D93C-A5C5-42F1-82EC-32B1310B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BCF0B-9AC5-4703-9E9C-8DE6E89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69DED-5015-4629-B78E-35A4389F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96B23-8AFA-4A15-8BD9-48488E14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431BE-4DC9-4D44-AAFF-BE1D7440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B488F-9E57-4269-AB80-9B7C9562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CE9B1-AA02-49E1-AF48-C44DCDD8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C4F8A-93F0-48FF-AB65-084B087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62AF8-A391-4F7D-A12D-A69149C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54564-3EA2-4DEA-B532-A819902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4C8BE-1719-421C-96ED-DF0287EA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A058C-DC30-40CA-B607-0D1DAF0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29FD3-0A74-4CB1-AC68-93B0941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B39CC-A672-4D02-BE15-F5137AA1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683EF-53E8-4721-B5C0-14A10E7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45197-CC26-44B4-883D-8C05D46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49B71-C3D3-4746-A1B7-DE40FD9C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E4AC2-B7D1-4442-B7CC-D2D2DBE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05804-E283-4EFC-BED5-AD147C1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1446339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283D32-B067-4A6C-8A74-8F3F523A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11379-119D-4247-9C57-4044F385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934dfd1fe4eb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24341-8775-4103-93AA-0756DC8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DDA92-88D0-4AF9-A3B8-16C75C08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2ED08-C71F-4521-B436-431A745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D2BDB-DDDC-4FB3-969E-2B7F0C4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7140B-4C80-426A-880F-4EAED63A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7DD96-98AF-4053-AA40-2A65F2CF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99717-49CC-4BEB-A7B6-F5537D4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0C398-0563-46C5-AF20-CB3B556E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917AD-4472-4318-81E8-7B45F93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BE96E-106B-4189-A912-E3792BFF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75F8D-8A74-4A3D-A408-7D0297F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6C0BD-E6B1-482F-8C4C-2A069042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D5528-295B-48E0-A7E7-CAC27A42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00DDE-0AAF-470B-B9C1-1E08926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88F92-0112-446F-901C-A8D7C672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64EDC-921D-4299-98F3-0241FF7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65282-028F-4527-9991-9CE0562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F32A1-19D3-458D-91F4-9B050C7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2484C-E523-473A-BB3C-332CC1AA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D55E4-E2E4-4E6F-92F7-6EF44E6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791CB-B137-475D-9A18-EFB268C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FC720-D414-476F-A1B9-1989E5D3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65064-62BC-48A1-8ECA-8038CDB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FE79D-7491-4EA6-B158-B6C92B6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D8D29-3343-4608-9E0D-ABDEE41F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FB4E1-C02D-404D-9037-82FCB973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CAF9AE-5EE8-4A48-8A90-BE299F58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5B586-977C-408A-8319-8C082BA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BBE45-C27D-4C88-8DC1-3D86F5F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FF8F6B-D273-4E55-B135-974D606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32E6B-3A01-465A-8DFE-B80C3E4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5CA557-BC93-4519-960A-953B117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0BB51-5221-44F8-8F03-641B0B7D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2127445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222E81-92CE-4A73-A670-B9DAF0CA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6A5DB-B182-4343-AF48-9100FF9E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ecc7cf1e24c2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4B6CB-DAE2-4B62-89B1-FF32C8F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68F41-21AC-4774-8CE5-0A818D44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B1F1-5B59-4E3D-BE12-28593BB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D29C6-687F-4DE0-855B-F30E50B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07C25-8723-48D4-B635-CD88F80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13557-61FE-473F-B471-2009FB22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F0ECD-7C96-4B0A-8EE0-5AAEFF7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53173-61F5-4E49-8C6D-8D33291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8C10F-DE22-4394-8483-D7819F9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741E1-92C2-4F63-AF94-59C367D6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32BAD-F177-457E-AA7F-CE39B6D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5E990-BF81-44C9-91BB-DCD4117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181E3-328E-4B96-BD5A-3492C2F6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A9C33-9776-4027-BBA1-FEDB4D3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4C923-ADEB-45BF-90FE-8598AC8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3E4A9-262D-467B-98DC-4AA5FBD5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F3A9A-A96D-4C8B-BBD2-4F7DCEEA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D6D89-CF83-4D46-AD30-C3B8057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9B97B-D343-4ACC-BADF-05EDCE1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2E21E-9910-4A69-9EE9-58B75DC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09778-9255-4170-B762-BA7C9F9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0B379-9E48-401E-ADF0-B718EBB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78DCF-0871-4BBE-BED5-6A0867B8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A76A9-4042-4F98-A9A1-0977AEC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E57F2-3BD1-4405-BF09-53290C39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CF607-7EE4-473C-8855-2D559A7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DE817-AEF4-48CF-8982-FCFB14E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A6F53-88A6-461C-AD91-0642D859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D7DCB-81B3-4312-BCAD-296509D5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AFEBA-0EC9-437B-A841-9710C49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5EEBD-C6D8-4096-A72C-8B1BD3E3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65BEE-4F79-4EBE-8FBE-1CF391D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CB939A-5923-41ED-8EE1-FAE1DCE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23099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BD7C93-0357-4803-882B-E747BDA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3039F-7D4C-4384-953D-34F6D723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edeb179bb48d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EC458-7CE9-4609-A7CC-06B0DC2E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1B9AA-BA5C-4445-9202-9F3E050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7F71-8C8A-49BA-85D4-C2E00DD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A567E-5CD6-4BCA-96F6-0EBCA965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E46A-01E2-467F-9307-C31D439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1E14C-37B9-4B73-BF48-6BB1BC9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FFED4-4B54-4410-A9F1-A697449C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59A2A-EB74-48C7-AD58-986208B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85F2B-A80D-45A6-9412-48F9C3E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D356B-A81B-44A6-AAA2-93F9320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73F92-73ED-4E19-8AC7-F6C60B41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1264A-05EC-4D2B-8C1B-E3218FB3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C020C-58CA-4EBF-801A-9F01B8E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5D60E-015B-439C-8CCF-D28CF49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3D11A-4F0D-490E-A33E-370DD4F7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0E9C9-93A5-4730-98B6-0C784035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9BD6A-0C42-4537-B35A-26B4683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4F4B9-DA45-434D-BB48-7784B04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39DD8-5819-47D5-9F8E-9327B2D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C21FE-8B69-4DA0-9A06-D2AACC4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43101-DF39-4334-A141-E7D93EF2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7E22E-AE97-44E9-8B9D-BDCCFB6B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F6985-6100-42E2-886C-417EB1A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7A8BB-2043-4490-AD5C-B15731AB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849FA-3135-46D9-A639-E891E90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1C192-34CF-42A9-997B-D2DF739B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CD052-2B1D-43C3-B9D3-5344391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BB5F5-8CA3-40E5-AAE3-0D4F7A7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BF5DE-CE3E-47C0-BA43-10A86963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D54D6-EC81-458C-B95B-E3F552BF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8EA1F-8ED2-4A8C-848A-6B4424EC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90FE4-B864-4A4D-BD67-2A21CF7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43E97-61D1-40FB-8327-AE53FD35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12311194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361E2F-41CF-4580-81D0-39BD6C9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FAABC-5356-454B-82A6-47A3CD1A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1c7a5705c4b8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452E5-5D40-41F0-93E7-3A3BD37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A6296-BA01-4AE8-BDBA-D0979AF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C2E03-5DD3-422E-9D93-E4A8A759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885BA-4DD3-419D-AD65-AD9012F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D28F2-5F2B-432E-AB94-2318A25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AA302-16A2-4C77-A6F2-310D5B6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D2C26-3A5A-4790-825C-B89B080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04D32-C272-4AFB-8ADD-7B6AB230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7E0AA-A65E-49DF-A32F-E02580B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C5EE8-26AD-403F-85CD-F9D0ECF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E5BDB-AAA3-457F-B6DD-FE238F1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B3A79-6D8F-489F-8D62-F713327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07EB2-0B64-4C74-9D72-5A4C9C74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FF9C4-3EC2-404E-AF11-A5E1FA2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37679-CEC1-4785-A5C6-DA7902E9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43F67-AF1C-4E92-9B45-4FDD4E3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293F1-6D83-4B1D-A716-2757218D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62E89-F122-4D3F-AB93-1D04075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EF650-97D9-4B95-A07A-D2C3F96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C2247-FFA8-4030-8A7B-B3AC3DF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153A0-754C-4B51-8E7E-67E4D2DE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9E403-864F-4AC4-ACC3-199E8DD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B4F5E-907C-43E2-9B46-E6405E0E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2FCA4-002C-4691-8939-36959EE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FBB04-42BD-44A6-B9C8-1041504E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3C0EB-E1B2-4EC7-A1E3-83DE802B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1D14F-FC9E-4E4F-A1F9-7734481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9D606-1D27-409B-A698-08965C5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6DCBA3-B9D7-4755-AA3F-7536A30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C7B83-05C3-447A-96AB-F3A064B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D8009-9A59-44A7-808C-C81D621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BD923-DED3-499D-B452-E87020C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B11359-5459-47F1-94B9-3ACEE69E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1556739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2026-09-21T12:50:54.0830000Z</dcterms:created>
  <dcterms:modified xsi:type="dcterms:W3CDTF">2026-09-21T12:50:54.0830000Z</dcterms:modified>
</coreProperties>
</file>