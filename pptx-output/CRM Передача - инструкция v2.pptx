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39cd3966af4177" /><Relationship Type="http://schemas.openxmlformats.org/officeDocument/2006/relationships/extended-properties" Target="/docProps/app.xml" Id="R1dd3f99760904d98" /><Relationship Type="http://schemas.openxmlformats.org/officeDocument/2006/relationships/officeDocument" Target="/ppt/presentation.xml" Id="Rca57833d90014d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19dd6888ce481e"/>
  </p:sldMasterIdLst>
  <p:notesMasterIdLst>
    <p:notesMasterId xmlns:r="http://schemas.openxmlformats.org/officeDocument/2006/relationships" r:id="R77be243e95ac4dea"/>
  </p:notesMasterIdLst>
  <p:sldIdLst>
    <p:sldId xmlns:r="http://schemas.openxmlformats.org/officeDocument/2006/relationships" id="256" r:id="R804463a15b874159"/>
    <p:sldId xmlns:r="http://schemas.openxmlformats.org/officeDocument/2006/relationships" id="257" r:id="R6c88d9bb046146f8"/>
    <p:sldId xmlns:r="http://schemas.openxmlformats.org/officeDocument/2006/relationships" id="258" r:id="R4c252bbb99b5447a"/>
    <p:sldId xmlns:r="http://schemas.openxmlformats.org/officeDocument/2006/relationships" id="259" r:id="Ra64c84dd0628476e"/>
    <p:sldId xmlns:r="http://schemas.openxmlformats.org/officeDocument/2006/relationships" id="260" r:id="Rfb5c601c9a0e41e8"/>
    <p:sldId xmlns:r="http://schemas.openxmlformats.org/officeDocument/2006/relationships" id="261" r:id="R5976bc613a51406c"/>
    <p:sldId xmlns:r="http://schemas.openxmlformats.org/officeDocument/2006/relationships" id="262" r:id="R4d54c526bf8b4ed6"/>
    <p:sldId xmlns:r="http://schemas.openxmlformats.org/officeDocument/2006/relationships" id="263" r:id="R1ba870bc598c400a"/>
    <p:sldId xmlns:r="http://schemas.openxmlformats.org/officeDocument/2006/relationships" id="264" r:id="R9350c2005517435f"/>
    <p:sldId xmlns:r="http://schemas.openxmlformats.org/officeDocument/2006/relationships" id="265" r:id="R300382826c5b4454"/>
    <p:sldId xmlns:r="http://schemas.openxmlformats.org/officeDocument/2006/relationships" id="266" r:id="Rceae058f479141e4"/>
    <p:sldId xmlns:r="http://schemas.openxmlformats.org/officeDocument/2006/relationships" id="267" r:id="R7be4458d7f314c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5171b907e24da8" /><Relationship Type="http://schemas.openxmlformats.org/officeDocument/2006/relationships/slideMaster" Target="/ppt/slideMasters/slideMaster1.xml" Id="Rfd19dd6888ce481e" /><Relationship Type="http://schemas.openxmlformats.org/officeDocument/2006/relationships/notesMaster" Target="/ppt/notesMasters/notesMaster1.xml" Id="R77be243e95ac4dea" /><Relationship Type="http://schemas.openxmlformats.org/officeDocument/2006/relationships/presProps" Target="/ppt/presProps.xml" Id="R41c06cf4afd949d4" /><Relationship Type="http://schemas.openxmlformats.org/officeDocument/2006/relationships/tableStyles" Target="/ppt/tableStyles.xml" Id="R5b6c8a43578f4df6" /><Relationship Type="http://schemas.openxmlformats.org/officeDocument/2006/relationships/slide" Target="/ppt/slides/slide1.xml" Id="R804463a15b874159" /><Relationship Type="http://schemas.openxmlformats.org/officeDocument/2006/relationships/slide" Target="/ppt/slides/slide2.xml" Id="R6c88d9bb046146f8" /><Relationship Type="http://schemas.openxmlformats.org/officeDocument/2006/relationships/slide" Target="/ppt/slides/slide3.xml" Id="R4c252bbb99b5447a" /><Relationship Type="http://schemas.openxmlformats.org/officeDocument/2006/relationships/slide" Target="/ppt/slides/slide4.xml" Id="Ra64c84dd0628476e" /><Relationship Type="http://schemas.openxmlformats.org/officeDocument/2006/relationships/slide" Target="/ppt/slides/slide5.xml" Id="Rfb5c601c9a0e41e8" /><Relationship Type="http://schemas.openxmlformats.org/officeDocument/2006/relationships/slide" Target="/ppt/slides/slide6.xml" Id="R5976bc613a51406c" /><Relationship Type="http://schemas.openxmlformats.org/officeDocument/2006/relationships/slide" Target="/ppt/slides/slide7.xml" Id="R4d54c526bf8b4ed6" /><Relationship Type="http://schemas.openxmlformats.org/officeDocument/2006/relationships/slide" Target="/ppt/slides/slide8.xml" Id="R1ba870bc598c400a" /><Relationship Type="http://schemas.openxmlformats.org/officeDocument/2006/relationships/slide" Target="/ppt/slides/slide9.xml" Id="R9350c2005517435f" /><Relationship Type="http://schemas.openxmlformats.org/officeDocument/2006/relationships/slide" Target="/ppt/slides/slide10.xml" Id="R300382826c5b4454" /><Relationship Type="http://schemas.openxmlformats.org/officeDocument/2006/relationships/slide" Target="/ppt/slides/slide11.xml" Id="Rceae058f479141e4" /><Relationship Type="http://schemas.openxmlformats.org/officeDocument/2006/relationships/slide" Target="/ppt/slides/slide12.xml" Id="R7be4458d7f314c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4294841549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a443feeee4d3d" /><Relationship Type="http://schemas.openxmlformats.org/officeDocument/2006/relationships/notesMaster" Target="/ppt/notesMasters/notesMaster1.xml" Id="Rdf3d7ccb32c245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2b265cd4844ea" /><Relationship Type="http://schemas.openxmlformats.org/officeDocument/2006/relationships/notesMaster" Target="/ppt/notesMasters/notesMaster1.xml" Id="R3e9d9a3ddf8c48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60f90270a2461d" /><Relationship Type="http://schemas.openxmlformats.org/officeDocument/2006/relationships/notesMaster" Target="/ppt/notesMasters/notesMaster1.xml" Id="R38b0b603e29a4a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7ee6d7c704411" /><Relationship Type="http://schemas.openxmlformats.org/officeDocument/2006/relationships/notesMaster" Target="/ppt/notesMasters/notesMaster1.xml" Id="R58cbb51fc8d44e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8b21f5ebeb4243" /><Relationship Type="http://schemas.openxmlformats.org/officeDocument/2006/relationships/notesMaster" Target="/ppt/notesMasters/notesMaster1.xml" Id="Rbb7edab38e754c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63ce136e24af5" /><Relationship Type="http://schemas.openxmlformats.org/officeDocument/2006/relationships/notesMaster" Target="/ppt/notesMasters/notesMaster1.xml" Id="Ra20b0797650f4a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5353f988e24a7a" /><Relationship Type="http://schemas.openxmlformats.org/officeDocument/2006/relationships/notesMaster" Target="/ppt/notesMasters/notesMaster1.xml" Id="R3cbb38b73a31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ec701408e342f6" /><Relationship Type="http://schemas.openxmlformats.org/officeDocument/2006/relationships/notesMaster" Target="/ppt/notesMasters/notesMaster1.xml" Id="Refc737aba8884a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b09765f03a4551" /><Relationship Type="http://schemas.openxmlformats.org/officeDocument/2006/relationships/notesMaster" Target="/ppt/notesMasters/notesMaster1.xml" Id="R019380bab0c045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7cea899ef541d2" /><Relationship Type="http://schemas.openxmlformats.org/officeDocument/2006/relationships/notesMaster" Target="/ppt/notesMasters/notesMaster1.xml" Id="R6ad95af32e7745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026399ac78474e" /><Relationship Type="http://schemas.openxmlformats.org/officeDocument/2006/relationships/notesMaster" Target="/ppt/notesMasters/notesMaster1.xml" Id="R89334eef0cc544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e5a6ede154441b" /><Relationship Type="http://schemas.openxmlformats.org/officeDocument/2006/relationships/notesMaster" Target="/ppt/notesMasters/notesMaster1.xml" Id="R5ed84047ff2a45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и контроль данных.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66831e8fd42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ddd061dc7f4193" /><Relationship Type="http://schemas.openxmlformats.org/officeDocument/2006/relationships/slideLayout" Target="/ppt/slideLayouts/slideLayout1.xml" Id="R95017daba5e342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017daba5e342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c13e1014e4485" /><Relationship Type="http://schemas.openxmlformats.org/officeDocument/2006/relationships/image" Target="/ppt/media/image.png" Id="Rb32a830dc483459d" /><Relationship Type="http://schemas.openxmlformats.org/officeDocument/2006/relationships/image" Target="/ppt/media/image2.png" Id="Red3f96bb5b194873" /><Relationship Type="http://schemas.openxmlformats.org/officeDocument/2006/relationships/notesSlide" Target="/ppt/notesSlides/notesSlide1.xml" Id="Rd5749ee04f69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9eba11bb648f6" /><Relationship Type="http://schemas.openxmlformats.org/officeDocument/2006/relationships/image" Target="/ppt/media/image3.png" Id="R5d293327d1da4181" /><Relationship Type="http://schemas.openxmlformats.org/officeDocument/2006/relationships/notesSlide" Target="/ppt/notesSlides/notesSlide2.xml" Id="R4327cdcbd5eb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86c7b9ad24577" /><Relationship Type="http://schemas.openxmlformats.org/officeDocument/2006/relationships/image" Target="/ppt/media/image4.png" Id="R71cc9549fc7848be" /><Relationship Type="http://schemas.openxmlformats.org/officeDocument/2006/relationships/notesSlide" Target="/ppt/notesSlides/notesSlide3.xml" Id="Rb052b89900b941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4c06b10944271" /><Relationship Type="http://schemas.openxmlformats.org/officeDocument/2006/relationships/image" Target="/ppt/media/image5.png" Id="R55e1c0f32b5141d5" /><Relationship Type="http://schemas.openxmlformats.org/officeDocument/2006/relationships/notesSlide" Target="/ppt/notesSlides/notesSlide4.xml" Id="R4a85f85e480b44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af87ae9e24acc" /><Relationship Type="http://schemas.openxmlformats.org/officeDocument/2006/relationships/image" Target="/ppt/media/image6.png" Id="Rde84676c10204d34" /><Relationship Type="http://schemas.openxmlformats.org/officeDocument/2006/relationships/notesSlide" Target="/ppt/notesSlides/notesSlide5.xml" Id="R100c05b65ab544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5c2e0459340a9" /><Relationship Type="http://schemas.openxmlformats.org/officeDocument/2006/relationships/image" Target="/ppt/media/image7.png" Id="Rf7bfb064f3cd4e65" /><Relationship Type="http://schemas.openxmlformats.org/officeDocument/2006/relationships/notesSlide" Target="/ppt/notesSlides/notesSlide6.xml" Id="R062ec4d7f40941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fea46f58c4f56" /><Relationship Type="http://schemas.openxmlformats.org/officeDocument/2006/relationships/image" Target="/ppt/media/image8.png" Id="Re0c302183ed849b0" /><Relationship Type="http://schemas.openxmlformats.org/officeDocument/2006/relationships/notesSlide" Target="/ppt/notesSlides/notesSlide7.xml" Id="Rbc36c73beef648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60c3645374286" /><Relationship Type="http://schemas.openxmlformats.org/officeDocument/2006/relationships/image" Target="/ppt/media/image9.png" Id="Rc10ae8f3741048bc" /><Relationship Type="http://schemas.openxmlformats.org/officeDocument/2006/relationships/notesSlide" Target="/ppt/notesSlides/notesSlide8.xml" Id="Rbaabb73266b54f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44c70797d40bf" /><Relationship Type="http://schemas.openxmlformats.org/officeDocument/2006/relationships/image" Target="/ppt/media/image10.png" Id="R9246e2f0bcaa4d55" /><Relationship Type="http://schemas.openxmlformats.org/officeDocument/2006/relationships/notesSlide" Target="/ppt/notesSlides/notesSlide9.xml" Id="Re5f32e1f64fd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ed223cb604c44" /><Relationship Type="http://schemas.openxmlformats.org/officeDocument/2006/relationships/image" Target="/ppt/media/image11.png" Id="R2e307635902a4535" /><Relationship Type="http://schemas.openxmlformats.org/officeDocument/2006/relationships/notesSlide" Target="/ppt/notesSlides/notesSlide10.xml" Id="R4203d7b6d7ed49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54eab16a246ac" /><Relationship Type="http://schemas.openxmlformats.org/officeDocument/2006/relationships/image" Target="/ppt/media/image12.png" Id="Re4c787798b30416f" /><Relationship Type="http://schemas.openxmlformats.org/officeDocument/2006/relationships/notesSlide" Target="/ppt/notesSlides/notesSlide11.xml" Id="Rfc405a519dab42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757ad37124769" /><Relationship Type="http://schemas.openxmlformats.org/officeDocument/2006/relationships/image" Target="/ppt/media/image13.png" Id="Rb4ced7cacd0c49d4" /><Relationship Type="http://schemas.openxmlformats.org/officeDocument/2006/relationships/notesSlide" Target="/ppt/notesSlides/notesSlide12.xml" Id="R529a639a748047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a830dc483459d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645AC-5940-4A72-8953-4CF641B5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1A2C3-4AD0-49DD-9DCD-02ADD7FF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46435-95D3-446F-ADA0-59ED286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5205A-A9E4-4A4E-9D88-329D423B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4DBF6-824F-4DDB-A75D-DA25241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84C0A-1A30-470E-A470-613D3DA8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f96bb5b194873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A7F66-A3D9-45A8-8659-3F13D1C3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BD56C-A6C6-4B2C-BEDF-E4DA20E6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F81E4-2B0F-4AB2-8BDF-2945FEC7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CC127-8C87-48E7-A9E7-00849FD6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31B1D-F752-4B4A-96D0-8A9540B2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FE76E-B55D-4D6F-A016-6589875F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F135E-6932-4110-BBE8-1E71CAF6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435CA-3211-4B37-B4AB-7F4AD13B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920560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3FC7BC-168E-4C2F-A4F8-F2EA84B5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3D944-DA26-4F1A-9357-C16B7993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93327d1da4181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86277-9FC9-47A2-B507-BD2B3F1E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1161D-FDF6-48A6-9911-B8D8D73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98E0E-5772-4005-A790-5FA3EA5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DE60E-7F3B-425E-BE1E-7D8BCA1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71E81-D23A-456B-908B-C7013949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A6109-F601-4E32-BC2C-54BF3B4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B9681-E083-42CF-A9B5-988DBF4A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CF311-81B4-4CD1-9334-409AAD24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B8D47-25B2-468A-8ABD-1501F770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05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B9395-B687-4ECE-9420-55AE037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03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A63D1-C5D9-4139-9D91-C358646F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004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74F28-643E-43B8-B0C1-E7EAD77D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93EC6-48B5-40D2-B188-2D02A7D7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B7947-C38D-4F35-AAFB-A1AD110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D2A7C-E841-46C8-823E-65C097B7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05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15AF1-4946-4829-B26B-2DEFCDAB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03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EEE9F-48DC-45D2-8800-45F1305B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004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7A9EF-75AC-4198-9781-FC332BA6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28214-8558-44BD-B625-8E319BE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A3CA4-C4CE-49B9-963E-F25CE2B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B08F9-A1D7-41F7-B4B7-D811330A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14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3B1E1D-D823-44CB-AB1E-D4F11317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E0751-89BB-4D66-BF2C-59E7633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10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570C1-1941-4BB4-862F-1364A6FF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2351F-CE3C-4B6F-9CAD-06EEB9F4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089188-6B8D-448F-9363-C7248526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EBD6B-2DAD-4351-91AC-7A9172D5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583077-280F-4494-8BF0-33F08C71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00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375FB9-C3B5-46EE-BC43-62E454F7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C3BFF5-3DBB-479B-918E-4BCA0317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39B4EF-C718-4CAE-BCAF-F2A7608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5AA96-8DBB-4570-819A-BAC671F8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9B22CD-45F0-4F1D-913D-006A0E8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244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46985D-9D56-4770-A40C-52EB7337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196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777B53-6734-4AF1-9C46-6087552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891858-12DE-48A5-AAB7-80134E2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762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C2DD4C-093A-426C-BCA6-0615B1A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F14DE1-47F7-4B52-AFA7-CB62EDF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FAC668-6241-4819-8014-9D44226B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244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D0B5A2-331F-4873-97F2-49041581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96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86A0E2-4262-4F2E-A5AE-A9A52893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19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621066-C6D7-4EE9-80E1-77A16FEA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9AA1B4-2965-4BA9-B831-A811B4F4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Расход материалов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7C710B-BD11-4A0E-9440-D1F52D3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9F9E23-5755-4D88-98E5-D36CB71F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Замеры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1D2199-F974-40BC-AC49-3F1D6C0D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5A079B-F346-4290-82EE-CAFF3000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Смена пароля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3F2B11-A056-40AD-A064-E34656C2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676900"/>
            <a:ext cx="2381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F9C007-0326-4DF7-86A2-074E4EA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82930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Excel и отчеты</a:t>
            </a:r>
          </a:p>
        </p:txBody>
      </p:sp>
    </p:spTree>
    <p:extLst>
      <p:ext uri="{BB962C8B-B14F-4D97-AF65-F5344CB8AC3E}">
        <p14:creationId xmlns:p14="http://schemas.microsoft.com/office/powerpoint/2010/main" val="1170914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A4CC95-8E3C-4E8A-A16C-EF9BACD5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93926-6E86-4DE7-A4C2-98F24EB4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c9549fc7848be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F7FC8-6DBE-4C5C-B40F-C9594BA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0C05E-3775-4064-B815-BAC22C2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8FC4A-9779-4806-BAE2-C3118AE9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00DDC-FB81-499B-AF35-046B6E9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CD073-1E1C-4AC7-8C8B-20C0EEE4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1C79C-C56D-4FCD-BAD5-3AC527D4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94FDD-1D9D-4784-BAB1-784C4BF0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88409-B04D-485F-AAAB-1A984B3A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49F63-0399-4D95-9DEC-A27D16EB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22587-EE79-43D0-AF40-924945E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81546-FEE2-456E-ABF4-8FC18959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F1E45-EB46-497A-A451-A7CA3467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A3839-D0E6-48C2-BC60-F1509413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84A6B-8033-4040-8C27-CD98652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0163F-13CD-42AE-AAA2-6A24169D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8FDDB-7F3A-42DC-BB1F-9F8E0FB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810CF-3E7C-4F51-8783-FADB0626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2FF20-F35B-4BBE-8677-B5CD1882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5F647-02F1-4681-B3A7-F6E1A356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55671-12B1-49E8-B834-27D8940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AA8B6-3303-443F-8B19-411729A0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75844-739A-41B1-95FD-347AAEC0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A7309-5861-414D-81BD-6F3844EE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A69B4-891C-4B77-8BE1-FC3627E3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1173E-46E9-49C0-A349-22B3579F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420D51-D10D-46D4-B31D-0F58FDA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C2CB6B-43B2-4074-9AEC-06E079F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5B6B3B-D600-4046-B6A4-A276A6A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869ACA-4FDD-49F4-B56C-B51C28A7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56438A-F2C5-412B-9A3D-15B89531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E419A7-F82A-4DEC-8636-4BD3D5F8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04698B-368A-48DA-91CE-7069093D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A2129A-3A15-4AE5-8975-5FEF55B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213580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ED53A9-26DE-48FE-91EC-9D68621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85E8B-13A5-410A-B0BC-EF7544F1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1c0f32b5141d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A59A1-3585-41B8-BFCF-9B4E7992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4BD09-6D8D-45F1-AFB8-CD05D984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99FB6-7CAB-43BB-9AF6-B69C94B9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D1D7C-E722-4245-BE98-A264C139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F1AAF-FC86-47CD-B633-5E27B0C4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63973-DB33-4E50-BC44-85CFF5AA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B2C5-947B-412B-B450-75A5B975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28E7E-55D9-499B-80DC-6D80B7B7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3CBEF-C24C-4B70-ABC2-D160358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A38F4-258E-4F25-9606-7550A29C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B589B-5FA6-4E5F-916C-FBBFBB13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D82CF-948C-44D7-B68B-74D1C61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5814E-5444-46A4-8D14-60AE4023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79868-5EF5-4DCA-8FB6-605871DB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DBD24-6FC8-43B6-95CE-D87BF493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307F0-5CD1-466F-BDAC-B03D1EBF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D5507-02F2-452E-BC43-65AF655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05C88-095E-4E0B-86F9-91077609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456DA-5FCF-404B-8808-44118A7A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7E837-173B-4226-9D50-B1231B35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51FD2-5A20-486E-BB1A-EA74C4A4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865E2-F0D4-4CA0-AE65-C6682E09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C102E-20E3-4E0B-A6F5-57A81B67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B61FC-165E-4154-AC38-6D710F10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3FF544-76E5-468F-97FE-1E697A5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76B42-1EC9-4FA6-9DC9-6D5CB94E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A30353-1012-4960-91FA-CA3A5862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29E149-EDC5-45A1-A69D-CB7B5216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AFEA7-C277-47D6-A726-F0B34D6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C9EDBE-9AA1-439D-BF07-8BDC1437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9A675F-A9C9-4B13-9A8B-04338037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C160A-E98E-481B-ADA6-3E2C3A76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9999BF-B6DC-4CFC-8C51-832B8801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144098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27993C-1007-4168-B356-AB4C2571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8D646-851F-4C75-B764-DA661BBD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4676c10204d34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A20D1-D643-4528-8AB1-B587B673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AB753-8FDB-4FD7-A308-7CC89277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1166C-472C-47C3-9481-8DE9C59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8987B-BFFA-44C9-86B4-91C31ACE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B9ED5-65B1-4BDE-9128-006B2D1F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D9256-9909-47D0-9CD7-16ED554D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64512-9D7D-4CEB-964A-9023CE36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3DC98-455C-4B61-AF8C-8E6A3EAF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05A5D-DE4D-419D-BB47-5F3E05A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7FFBA-550C-4556-8164-BF04699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965DF-F90A-4BA0-9771-7A39194B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565DF-9718-47B5-84EE-70B98120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1C0DC-BA0C-42CD-824C-BF2F1ED6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4C11A-16B6-4487-97BE-BEBCC2A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FF60C-1BC5-45B5-BAB8-E982CE0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E5004-1ACD-4CC1-AFA3-92B2BDEE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412A6-01CC-4273-A15C-DF26320D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2120F-0A33-458D-9232-61AC3774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5ADDA-9C9A-4FB9-8ECB-298B448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C5B03-298C-4802-A313-746AB690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3D071-F107-457F-ABFC-7FA12172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A99A8-CAA5-4E11-8C5F-97956E62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827783-061F-4164-951F-A24CA5C7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AE2A0-3BED-4C99-8674-9BBCA6A5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5E48B6-96AC-4B58-A93F-05FD15B5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643948-C812-48D9-A706-E5FB5078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DBB04-AE37-4698-8C53-D5FAEF76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3345D-FDD1-4B99-AA7C-1D3C622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84CF6F-EE2A-4A9E-8BC8-845F78D0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CA26C0-F70B-42C7-AD31-4CEEE666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CDD5FE-C8E1-4598-90E8-28BFB5A5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71633-45DC-4BC5-B81E-AB53EB53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22DCA5-8F15-4F5D-8269-F0EA22D0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6782088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BAD7BE-D8AD-42F9-837E-40593B3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B6D78-A187-42B9-9786-18B2CA6C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fb064f3cd4e6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CCA36-0FD2-4A3F-B8CB-3B5D5A6B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1506B-2ADF-4753-BB2F-B2A74DDF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51E6F-78AC-4C18-B8C0-BD31C1F1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2F3FF-0985-49C7-A171-F44DD63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55C2F-2572-4E92-B5BB-FDB57133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B034A-0D59-4927-A82F-D26457F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05978-9911-480B-8712-D0F540AD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C1F2E-4164-4C80-96C0-38F8AC38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7D69B-53CB-4244-8421-7ECC253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3165E-9655-4823-9B1C-37BA8C07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E32AF-BBAA-4A62-8880-517E62FB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9F0B6-8FBD-4C71-97AF-F9CB8D77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E4672-0886-4901-8D3F-9C25152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CBAEB-D52D-43B7-8F98-C5E65846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C8EF3-A9CD-4B3D-A703-AF39FB39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8827D-BBCB-4A7C-B56E-D7D69B92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6A08E-1A4B-48DF-A166-31E141C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0414B-1205-4FCE-A983-1A24530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DF28D-B429-402E-8CFF-6EB0D69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E301D-0A7D-4913-BF51-B3846AE1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512E5-0A9B-4209-81CA-1D3F9024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EA11A5-3CC0-46A8-BA0A-A8F1AC7F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61414-04FD-44A4-916F-7142470E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82523A-E048-4EB4-941A-31235BA4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005E77-1417-4211-92C8-101A1C5C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49215-BB08-4AA6-9F23-8539C711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247451-BC6F-474D-8DF1-4500C99E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4D4E8D-74C3-4E4E-A80C-0B0D4D0A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986D09-F549-4CC3-AC17-28A66350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F16A86-BA34-42D6-BE88-E6CDE066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1B1703-953D-454B-AC03-23B45DFB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3584A-C7DA-49BD-9D16-8283D3CD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08124A-85C6-4A38-A318-E1BFFC92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1987966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CDCF61-8D3D-4A15-904A-CBD09D4F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594A1-F0CE-4CD7-9536-4A57535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302183ed849b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E2D52-C112-4CF2-8BD2-2C2CEAD7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458F3-1748-4A81-B463-C7543458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52E0D-09FC-45CD-B31D-D6DA38B7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EB461-F7BB-4574-81DE-AEA8AC2A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5FD30-EAFD-499B-9B04-A8EB288B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19643-BD63-4B6A-9160-2F670EBE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34514-F3C5-4227-98D8-F56ADABB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A3215-BEBA-4FC7-A536-4FB746C5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AC27F-FC95-4863-B974-66791095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0954E-8271-4E08-B183-5CE3DB97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D5EBB-4941-44F6-8449-3437091E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ED7FB-B4B4-42F4-9209-1B72603D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C4343-485A-48B8-9A2D-D43E099C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A6FFF-B017-46E9-A982-3B733FA8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75891-5488-416B-872F-D1A99921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C5A53-D9C0-4F59-BD0F-81880337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8FE9C-F47F-4EF2-B946-114989E8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A509A-5E06-406C-B7C3-BE346D3E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C24AF-7D0C-4FE3-AEF1-EFCE8923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5E17F-32AD-4474-87EB-AAEBF2FB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0F708-4D44-416B-8B70-8E5C99A1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DE0E6-1270-403D-81BA-CBA54A9E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0CCAC-4F38-48D5-B1B1-BD6013FE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06196-8D03-4780-A464-AD437D9A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E1F81E-E973-4AE0-B4CE-DF46DE39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CFA19-F4BA-4C7E-87B5-EDECEBE0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A3AAF-DE1A-49A8-A5EF-954A5110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32614-A231-4C16-BC6D-174ACED0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3D7A09-5114-4CF1-8BA7-58E62C0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D42D6E-CA2B-4999-9269-4C631AA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E4C51F-FAA1-4C54-96FC-BB6CD3A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84693-D863-4A27-9116-99BD8552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7014C-3769-4E8A-83E3-14CF470A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1506100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C15456-737C-4C0E-9E14-39553F30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4328F-91EB-4365-938E-D4758DDC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ae8f3741048bc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EEE4D-B527-46A1-BBDF-EEDEBF66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AC21F-14A8-4330-8978-83E2D40B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8F828-1C1B-4353-B751-DD8A1464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B287C-8412-4F3F-B1AD-0CCB3804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930C1-DAE9-456B-9251-8D2C6013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3E488-AC06-4C24-AFD0-504BBB95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78042-4827-4865-9176-ED90446A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81C65-FAF4-4BD0-99CA-CA7DB9E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C20CD-4087-4544-823F-3833C2B1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8BE2D-CB05-4406-BB15-C8FA0BE9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8490E-5723-4581-9CA3-284CFE70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207F9-F17B-49E4-AF1F-38B36DF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B96D2-AD03-4F14-BC95-C1D66E40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EB9A3-7A88-46ED-8F26-0E09D9C7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EC02E-68C8-48D0-8ECD-D5C16B71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3EEAB-F37A-4ACD-A137-E385BDB7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FAA1A-E480-444C-BC23-78E3872E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0DE52-CD33-4E53-8AFE-07CF1038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CD4A6-ED01-48CB-8D2F-1540BE6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6D335-3622-4765-A318-F681EBC5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D4ABC-BE4B-4EF5-BBE8-CA819543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0ADB7-4CF8-4677-A0EC-547DEC23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B73D7-088D-44E0-92DF-C2E9141D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24F2C9-9114-42EA-8FA7-007F28B6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45B9F-461C-4B88-A3DF-4DE28095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89F6D-E7B9-4434-AF01-3F944F92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0D79B-B823-49C0-BA83-E3CE2CE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4358E-4824-4918-A059-E06527FD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ECAAE-91F2-49F6-A2C1-BEF846EC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26B917-CDE0-4162-B282-59C3A521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294058-30C4-4F76-A1E1-CB9452D9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808D88-A45F-4C07-9380-1B977173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D618A7-DA11-4FF3-BE65-940A9AF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748736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7C8441-75E9-4AF2-873C-C9C72E3F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F1735-34C3-4654-8B2F-956F274D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6e2f0bcaa4d5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2D7FC-CEFC-4255-B5E1-881C61D2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CC09C-4D8B-4038-A761-0A734DC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F0D55-1798-42E2-891A-FDF46789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07656-2B10-44AF-840F-8367809C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6FBF6-19AB-4869-94D7-09E88125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00224-285F-4BC8-9A71-41001D8A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B7F8F-8DB3-4D65-915C-110592C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F689A-723F-4371-829A-D36D59AD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28F6D-AB6D-4A23-97A7-62E3C39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7434A-EE10-4557-B4FE-23B85F56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выберите Расход материалов.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050EB-9421-4819-9835-5843C7F6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1D1AA-C540-4109-8E56-75C63371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F6E3C-884C-4887-86F6-F8AF2798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12471-AC89-45C9-9CCC-52A4AF75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97774-C9F8-4F11-8985-8315E1BC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373BF-41FF-437D-86B8-A3D7561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FFAB5-227F-4361-84ED-5F661E82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36793-F159-4BED-9AA9-8F83FD76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2D096-3956-4727-930B-986BD631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замечание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78932-57DC-410A-B47B-1062B39F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пункту работ.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52E60-2FD8-4FF1-BB76-2F91874E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34AAF-F6F3-474D-901E-CD9F364E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47A38-29B8-43A2-91F8-F3C20AF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09EF18-CBA9-45B2-8ED0-84D1CDBC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количество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833C1-397A-47EF-86EC-41199428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материал, единицу и объем списания.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96E101-8B78-4D4B-A2D4-E896297B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7E28D-1EF8-4B6C-AFF2-524807C2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672FEF-0EFA-4297-9F06-FF749719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37BCF8-9737-4730-895A-BAE3E82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154BB9-5BC1-4355-8763-6458298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добавит запись в историю по помещению и отчетам.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83C8A-6A57-4956-BC1E-4EFECE2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D9CC33-F4C2-42C3-93AB-138969B3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081FE-40FA-4DC8-BBC6-884D08EF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14866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2D1801-FC61-42DF-914D-CCACE9C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8EF6E-558A-4364-A17B-058AD34D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07635902a453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E463D-431B-4818-A79B-66B3A094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E7F46-A7FC-4466-AF42-9DD69B41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9CE35-D205-4658-8F3D-DB815E21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CEC7F-48C5-4399-87E8-97027B65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4874D-AD17-4AD1-B969-279054C7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2ECBF-6CE7-4297-8F81-3C0107FC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02AC4-BB70-45F6-99DC-EF801735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CE4E1-5234-4C83-B8DA-78135D9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A190A-52DE-45C6-8BDE-31E3ED87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BC72A-9E84-4153-B80A-4BC39D97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B82C8-2CD9-4671-BFB3-EDAE9158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85D13-BD18-42C8-B5FD-EB54B219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6BDB4-C935-4EC0-BA0F-85CE1EF6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02A74-9D4B-426F-83E0-5C9B293D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Смотрите порядок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0A952-3E24-44D4-BEED-FCFDFF04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невыполненные, выполненные уходят в конец.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EB689-5E22-4AB5-8C35-042E3051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0876B-91D8-48E2-9FA5-DA606380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4C3DA-7D96-4F70-8545-88F78F61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7B0E8-5C91-40E7-8598-8F3B6C20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поиск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4625B-E58F-45CE-A813-8089438A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Ищите по квартире, тексту или номеру задачи.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35A66-947D-40D9-9A49-553E85E5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0CDDD-840D-49BD-9FE3-43C61BE5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4FEA2-BE05-4C4F-B642-F85B878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AD93E-358D-40AA-8AFE-5B827179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A05F4B-E3A5-4DB4-AA57-47889EEE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F8887-7367-49D3-9CCD-FBAA303A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1547D-1631-4979-90FA-254467BB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56B7F0-9849-422A-A6A0-BD39CAB4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D6284-B5EB-42D1-AEDC-27D72B61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историю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6B1BEB-D5CD-4375-9207-370C8A1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контекст.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2E777F-E59A-4A2E-AAAD-02B88A2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10FCA2-4FAB-4B93-B787-E6FECAB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4F2508-A650-498D-AA30-E762F8A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это повод проверить фильтр или статус.</a:t>
            </a:r>
          </a:p>
        </p:txBody>
      </p:sp>
    </p:spTree>
    <p:extLst>
      <p:ext uri="{BB962C8B-B14F-4D97-AF65-F5344CB8AC3E}">
        <p14:creationId xmlns:p14="http://schemas.microsoft.com/office/powerpoint/2010/main" val="7750315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1389C2-48BC-4C06-93B6-9F620B18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91224-7637-4EDE-95C5-2925984D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787798b30416f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90096-F78E-46E4-91AB-1ED16310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9750F-E7A7-4532-AE23-35978173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8CE5A-5982-41C3-9F09-5EAC7C02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C6E06-4612-4301-8CB4-8DBA363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DE411-9FBF-47D6-B0D0-710F7161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BFD50-40B2-44E9-897B-139FD6AB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378A4-904C-4764-960D-E33806DB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65B16-017D-4DF0-BEBA-16EF2AF3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023F2-707F-4583-A297-F257944C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C9E50-A92B-4238-88E9-F34CCFA2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6BE78-7CF7-47DE-B9C3-1966E6B8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4C1FB-8BAD-4E28-8890-95240825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2BA1B-9D3E-47E0-8EDB-45D933F8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C4A56-5D2C-4B89-BAAF-9DFE871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0E7C1-1F99-415E-A93D-4B91CCA2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E765B-6FC0-4B9F-BE08-B00E2C22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CB772-5BDF-4F38-8C9A-B1FF236E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E3075-51E5-4943-A40C-CA3E31D8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B139B-75B8-48E9-B8FE-4CE9E9A6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7E9A7-F4DC-4D89-8D1D-6A630A49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9C692-6955-4675-A36F-813CF227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8424C-ACF7-4363-8575-8DE22DC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86401-F914-4080-9033-F9FDF920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D3BC4-AD0D-48C3-823A-114C5F3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E5A98-3456-4BCC-8E6E-CFFEA1FE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748F6-A9EC-4AB9-B7E0-5413321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1E8DF2-BAF3-45F0-8E47-A28A7FC0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38790-183E-4086-940F-DEA7CEC2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D4DF92-D67D-428F-BBB3-D9F485A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92CEB5-90CC-4E32-8815-E051A6AF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1698E7-4A65-4987-A2D1-164163B1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9B78D2-B9F9-4F97-8C9B-CDED7DE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59FC16-8D5B-4C68-8CD7-F20A7606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296668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010BB2-DC92-49F9-97CE-1DE18092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94EC8-908A-4BD3-8523-AE94C654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ed7cacd0c49d4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4F984-FDA3-49BA-AB7D-C1A3C7E4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EXCEL И ОТЧЕТЫ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86FB5-6CDA-4115-8169-80E81685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и контроль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62BAA-D237-4E84-9D35-C68C589F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879BA-4EE5-46FA-8CED-6A51EB5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58CA9-9C7E-4409-8943-34822E6A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091D9-80E3-4703-9327-596BAD9C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FBB5F-44C2-498F-B6EB-929B6851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F254A-003E-4C0B-B898-FAC57B87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E54C6-9DE2-4B15-8746-CCE3438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85CAE-0B1B-410E-BE1B-EC7CF78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CB017-3A00-4756-8D56-9F1FF08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C5568-DA25-4AEC-BED8-9E6007BE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8F796-0DBB-484C-9CE9-8BCCA16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5EA37-27E3-4526-98FB-CFB80A67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9A11E-A023-42D5-AEE3-8E68A64B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C966D-107D-4B78-8105-FEC91D62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9335E-1AAF-4377-A302-A032C384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7B6A4-51B6-4CC5-855F-51F68288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93FEF-C41C-44BD-AE21-2FDF404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F1280-2A57-4663-9934-5C0C9360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C098B-CDB2-4D23-BBC8-E1567EB6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CA595-DC83-4DC9-A492-695BC5D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10D83-0861-4922-837D-594058D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67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87CE8-2B7E-4C13-B23F-49981FF6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9A79B-DA24-400D-B5CE-88D780B4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5024FF-855F-41AD-B532-49386F4D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382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3AD0D-D42F-4042-BA3D-B393F2CA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1B395-2427-4135-BDB2-A04FBB91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303905-AB01-476B-9589-E38154B4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245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14F1D4-3D52-4EE2-B95F-BFE73C2A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31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E79423-8AF6-4AF9-8A03-DC4DDFAA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72C388-8E64-4F8B-8152-3A8A61A9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10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A8253A-043E-4CB9-94E9-C30B8EC9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388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1316884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2026-09-21T11:11:29.5540000Z</dcterms:created>
  <dcterms:modified xsi:type="dcterms:W3CDTF">2026-09-21T11:11:29.5540000Z</dcterms:modified>
</coreProperties>
</file>